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20"/>
  </p:sldMasterIdLst>
  <p:notesMasterIdLst>
    <p:notesMasterId r:id="rId52"/>
  </p:notesMasterIdLst>
  <p:handoutMasterIdLst>
    <p:handoutMasterId r:id="rId53"/>
  </p:handoutMasterIdLst>
  <p:sldIdLst>
    <p:sldId id="2147483291" r:id="rId21"/>
    <p:sldId id="2147483267" r:id="rId22"/>
    <p:sldId id="2147483277" r:id="rId23"/>
    <p:sldId id="2147483282" r:id="rId24"/>
    <p:sldId id="2147483307" r:id="rId25"/>
    <p:sldId id="2147483273" r:id="rId26"/>
    <p:sldId id="2147483308" r:id="rId27"/>
    <p:sldId id="2147483312" r:id="rId28"/>
    <p:sldId id="2147483310" r:id="rId29"/>
    <p:sldId id="2147483309" r:id="rId30"/>
    <p:sldId id="2147483311" r:id="rId31"/>
    <p:sldId id="2147483313" r:id="rId32"/>
    <p:sldId id="2147483274" r:id="rId33"/>
    <p:sldId id="2147483314" r:id="rId34"/>
    <p:sldId id="2147483315" r:id="rId35"/>
    <p:sldId id="2147483316" r:id="rId36"/>
    <p:sldId id="2147483317" r:id="rId37"/>
    <p:sldId id="2147483318" r:id="rId38"/>
    <p:sldId id="2147483319" r:id="rId39"/>
    <p:sldId id="2147483320" r:id="rId40"/>
    <p:sldId id="2147483321" r:id="rId41"/>
    <p:sldId id="2147483323" r:id="rId42"/>
    <p:sldId id="2147483322" r:id="rId43"/>
    <p:sldId id="2147483324" r:id="rId44"/>
    <p:sldId id="2147483325" r:id="rId45"/>
    <p:sldId id="2147483326" r:id="rId46"/>
    <p:sldId id="2147483327" r:id="rId47"/>
    <p:sldId id="2147483328" r:id="rId48"/>
    <p:sldId id="2147483330" r:id="rId49"/>
    <p:sldId id="2147483329" r:id="rId50"/>
    <p:sldId id="2147483279" r:id="rId51"/>
  </p:sldIdLst>
  <p:sldSz cx="12195175" cy="6858000"/>
  <p:notesSz cx="6858000" cy="9144000"/>
  <p:embeddedFontLst>
    <p:embeddedFont>
      <p:font typeface="72 Brand" panose="020B0504030603020204" pitchFamily="34" charset="0"/>
      <p:regular r:id="rId54"/>
      <p:bold r:id="rId55"/>
      <p:italic r:id="rId56"/>
      <p:boldItalic r:id="rId57"/>
    </p:embeddedFont>
    <p:embeddedFont>
      <p:font typeface="72 Brand Medium" panose="020B0604030603020204" pitchFamily="34" charset="0"/>
      <p:regular r:id="rId58"/>
      <p:italic r:id="rId59"/>
    </p:embeddedFont>
  </p:embeddedFontLst>
  <p:custDataLst>
    <p:tags r:id="rId60"/>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0CED"/>
    <a:srgbClr val="9B76FF"/>
    <a:srgbClr val="A9B4BE"/>
    <a:srgbClr val="9876FF"/>
    <a:srgbClr val="7F7F7F"/>
    <a:srgbClr val="ECED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8DAADE-3AA3-4161-8848-2686316CED66}" v="44" dt="2026-10-13T14:31:38.64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303" autoAdjust="0"/>
  </p:normalViewPr>
  <p:slideViewPr>
    <p:cSldViewPr snapToGrid="0" showGuides="1">
      <p:cViewPr>
        <p:scale>
          <a:sx n="66" d="100"/>
          <a:sy n="66" d="100"/>
        </p:scale>
        <p:origin x="668" y="128"/>
      </p:cViewPr>
      <p:guideLst/>
    </p:cSldViewPr>
  </p:slideViewPr>
  <p:outlineViewPr>
    <p:cViewPr>
      <p:scale>
        <a:sx n="33" d="100"/>
        <a:sy n="33" d="100"/>
      </p:scale>
      <p:origin x="0" y="-312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161" d="100"/>
          <a:sy n="161" d="100"/>
        </p:scale>
        <p:origin x="4216" y="2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6.xml"/><Relationship Id="rId21" Type="http://schemas.openxmlformats.org/officeDocument/2006/relationships/slide" Target="slides/slide1.xml"/><Relationship Id="rId34" Type="http://schemas.openxmlformats.org/officeDocument/2006/relationships/slide" Target="slides/slide14.xml"/><Relationship Id="rId42" Type="http://schemas.openxmlformats.org/officeDocument/2006/relationships/slide" Target="slides/slide22.xml"/><Relationship Id="rId47" Type="http://schemas.openxmlformats.org/officeDocument/2006/relationships/slide" Target="slides/slide27.xml"/><Relationship Id="rId50" Type="http://schemas.openxmlformats.org/officeDocument/2006/relationships/slide" Target="slides/slide30.xml"/><Relationship Id="rId55" Type="http://schemas.openxmlformats.org/officeDocument/2006/relationships/font" Target="fonts/font2.fntdata"/><Relationship Id="rId63"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9.xml"/><Relationship Id="rId11" Type="http://schemas.openxmlformats.org/officeDocument/2006/relationships/customXml" Target="../customXml/item11.xml"/><Relationship Id="rId24" Type="http://schemas.openxmlformats.org/officeDocument/2006/relationships/slide" Target="slides/slide4.xml"/><Relationship Id="rId32" Type="http://schemas.openxmlformats.org/officeDocument/2006/relationships/slide" Target="slides/slide12.xml"/><Relationship Id="rId37" Type="http://schemas.openxmlformats.org/officeDocument/2006/relationships/slide" Target="slides/slide17.xml"/><Relationship Id="rId40" Type="http://schemas.openxmlformats.org/officeDocument/2006/relationships/slide" Target="slides/slide20.xml"/><Relationship Id="rId45" Type="http://schemas.openxmlformats.org/officeDocument/2006/relationships/slide" Target="slides/slide25.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microsoft.com/office/2015/10/relationships/revisionInfo" Target="revisionInfo.xml"/><Relationship Id="rId5" Type="http://schemas.openxmlformats.org/officeDocument/2006/relationships/customXml" Target="../customXml/item5.xml"/><Relationship Id="rId61" Type="http://schemas.openxmlformats.org/officeDocument/2006/relationships/presProps" Target="presProp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slide" Target="slides/slide15.xml"/><Relationship Id="rId43" Type="http://schemas.openxmlformats.org/officeDocument/2006/relationships/slide" Target="slides/slide23.xml"/><Relationship Id="rId48" Type="http://schemas.openxmlformats.org/officeDocument/2006/relationships/slide" Target="slides/slide28.xml"/><Relationship Id="rId56" Type="http://schemas.openxmlformats.org/officeDocument/2006/relationships/font" Target="fonts/font3.fntdata"/><Relationship Id="rId64"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slide" Target="slides/slide3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5.xml"/><Relationship Id="rId33" Type="http://schemas.openxmlformats.org/officeDocument/2006/relationships/slide" Target="slides/slide13.xml"/><Relationship Id="rId38" Type="http://schemas.openxmlformats.org/officeDocument/2006/relationships/slide" Target="slides/slide18.xml"/><Relationship Id="rId46" Type="http://schemas.openxmlformats.org/officeDocument/2006/relationships/slide" Target="slides/slide26.xml"/><Relationship Id="rId59" Type="http://schemas.openxmlformats.org/officeDocument/2006/relationships/font" Target="fonts/font6.fntdata"/><Relationship Id="rId20" Type="http://schemas.openxmlformats.org/officeDocument/2006/relationships/slideMaster" Target="slideMasters/slideMaster1.xml"/><Relationship Id="rId41" Type="http://schemas.openxmlformats.org/officeDocument/2006/relationships/slide" Target="slides/slide21.xml"/><Relationship Id="rId54" Type="http://schemas.openxmlformats.org/officeDocument/2006/relationships/font" Target="fonts/font1.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slide" Target="slides/slide16.xml"/><Relationship Id="rId49" Type="http://schemas.openxmlformats.org/officeDocument/2006/relationships/slide" Target="slides/slide29.xml"/><Relationship Id="rId57" Type="http://schemas.openxmlformats.org/officeDocument/2006/relationships/font" Target="fonts/font4.fntdata"/><Relationship Id="rId10" Type="http://schemas.openxmlformats.org/officeDocument/2006/relationships/customXml" Target="../customXml/item10.xml"/><Relationship Id="rId31" Type="http://schemas.openxmlformats.org/officeDocument/2006/relationships/slide" Target="slides/slide11.xml"/><Relationship Id="rId44" Type="http://schemas.openxmlformats.org/officeDocument/2006/relationships/slide" Target="slides/slide24.xml"/><Relationship Id="rId52" Type="http://schemas.openxmlformats.org/officeDocument/2006/relationships/notesMaster" Target="notesMasters/notesMaster1.xml"/><Relationship Id="rId60" Type="http://schemas.openxmlformats.org/officeDocument/2006/relationships/tags" Target="tags/tag1.xml"/><Relationship Id="rId65"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BELSI, Slim" userId="33cd4617-8bc0-4a40-9c55-8328e74678ee" providerId="ADAL" clId="{68A49B02-76C1-4102-B2AC-8936AAB3BE82}"/>
    <pc:docChg chg="undo custSel addSld delSld modSld sldOrd">
      <pc:chgData name="TRABELSI, Slim" userId="33cd4617-8bc0-4a40-9c55-8328e74678ee" providerId="ADAL" clId="{68A49B02-76C1-4102-B2AC-8936AAB3BE82}" dt="2026-10-13T14:33:36.869" v="1151" actId="47"/>
      <pc:docMkLst>
        <pc:docMk/>
      </pc:docMkLst>
      <pc:sldChg chg="del">
        <pc:chgData name="TRABELSI, Slim" userId="33cd4617-8bc0-4a40-9c55-8328e74678ee" providerId="ADAL" clId="{68A49B02-76C1-4102-B2AC-8936AAB3BE82}" dt="2026-10-13T14:33:22.845" v="1147" actId="47"/>
        <pc:sldMkLst>
          <pc:docMk/>
          <pc:sldMk cId="2340808550" sldId="2127"/>
        </pc:sldMkLst>
      </pc:sldChg>
      <pc:sldChg chg="del">
        <pc:chgData name="TRABELSI, Slim" userId="33cd4617-8bc0-4a40-9c55-8328e74678ee" providerId="ADAL" clId="{68A49B02-76C1-4102-B2AC-8936AAB3BE82}" dt="2026-10-13T14:33:12.494" v="1140" actId="47"/>
        <pc:sldMkLst>
          <pc:docMk/>
          <pc:sldMk cId="2607979734" sldId="2153"/>
        </pc:sldMkLst>
      </pc:sldChg>
      <pc:sldChg chg="del">
        <pc:chgData name="TRABELSI, Slim" userId="33cd4617-8bc0-4a40-9c55-8328e74678ee" providerId="ADAL" clId="{68A49B02-76C1-4102-B2AC-8936AAB3BE82}" dt="2026-10-13T14:33:20.604" v="1146" actId="47"/>
        <pc:sldMkLst>
          <pc:docMk/>
          <pc:sldMk cId="1023600646" sldId="2183"/>
        </pc:sldMkLst>
      </pc:sldChg>
      <pc:sldChg chg="del">
        <pc:chgData name="TRABELSI, Slim" userId="33cd4617-8bc0-4a40-9c55-8328e74678ee" providerId="ADAL" clId="{68A49B02-76C1-4102-B2AC-8936AAB3BE82}" dt="2026-10-13T14:33:36.869" v="1151" actId="47"/>
        <pc:sldMkLst>
          <pc:docMk/>
          <pc:sldMk cId="2717551285" sldId="2147483266"/>
        </pc:sldMkLst>
      </pc:sldChg>
      <pc:sldChg chg="add del">
        <pc:chgData name="TRABELSI, Slim" userId="33cd4617-8bc0-4a40-9c55-8328e74678ee" providerId="ADAL" clId="{68A49B02-76C1-4102-B2AC-8936AAB3BE82}" dt="2026-10-13T13:35:58.745" v="49" actId="47"/>
        <pc:sldMkLst>
          <pc:docMk/>
          <pc:sldMk cId="3999944458" sldId="2147483267"/>
        </pc:sldMkLst>
      </pc:sldChg>
      <pc:sldChg chg="del">
        <pc:chgData name="TRABELSI, Slim" userId="33cd4617-8bc0-4a40-9c55-8328e74678ee" providerId="ADAL" clId="{68A49B02-76C1-4102-B2AC-8936AAB3BE82}" dt="2026-10-13T14:33:17.099" v="1143" actId="47"/>
        <pc:sldMkLst>
          <pc:docMk/>
          <pc:sldMk cId="2428163599" sldId="2147483272"/>
        </pc:sldMkLst>
      </pc:sldChg>
      <pc:sldChg chg="ord">
        <pc:chgData name="TRABELSI, Slim" userId="33cd4617-8bc0-4a40-9c55-8328e74678ee" providerId="ADAL" clId="{68A49B02-76C1-4102-B2AC-8936AAB3BE82}" dt="2026-10-13T13:48:39.082" v="236"/>
        <pc:sldMkLst>
          <pc:docMk/>
          <pc:sldMk cId="4257543178" sldId="2147483273"/>
        </pc:sldMkLst>
      </pc:sldChg>
      <pc:sldChg chg="modSp mod ord">
        <pc:chgData name="TRABELSI, Slim" userId="33cd4617-8bc0-4a40-9c55-8328e74678ee" providerId="ADAL" clId="{68A49B02-76C1-4102-B2AC-8936AAB3BE82}" dt="2026-10-13T14:14:05.005" v="863" actId="20577"/>
        <pc:sldMkLst>
          <pc:docMk/>
          <pc:sldMk cId="3789383556" sldId="2147483274"/>
        </pc:sldMkLst>
        <pc:spChg chg="mod">
          <ac:chgData name="TRABELSI, Slim" userId="33cd4617-8bc0-4a40-9c55-8328e74678ee" providerId="ADAL" clId="{68A49B02-76C1-4102-B2AC-8936AAB3BE82}" dt="2026-10-13T14:14:05.005" v="863" actId="20577"/>
          <ac:spMkLst>
            <pc:docMk/>
            <pc:sldMk cId="3789383556" sldId="2147483274"/>
            <ac:spMk id="2" creationId="{3946EFAA-745F-B34B-B74D-97C5771F5768}"/>
          </ac:spMkLst>
        </pc:spChg>
      </pc:sldChg>
      <pc:sldChg chg="del">
        <pc:chgData name="TRABELSI, Slim" userId="33cd4617-8bc0-4a40-9c55-8328e74678ee" providerId="ADAL" clId="{68A49B02-76C1-4102-B2AC-8936AAB3BE82}" dt="2026-10-13T14:33:04.028" v="1139" actId="47"/>
        <pc:sldMkLst>
          <pc:docMk/>
          <pc:sldMk cId="2396834252" sldId="2147483275"/>
        </pc:sldMkLst>
      </pc:sldChg>
      <pc:sldChg chg="modSp mod ord">
        <pc:chgData name="TRABELSI, Slim" userId="33cd4617-8bc0-4a40-9c55-8328e74678ee" providerId="ADAL" clId="{68A49B02-76C1-4102-B2AC-8936AAB3BE82}" dt="2026-10-13T13:38:07.187" v="183" actId="20577"/>
        <pc:sldMkLst>
          <pc:docMk/>
          <pc:sldMk cId="4082470888" sldId="2147483277"/>
        </pc:sldMkLst>
        <pc:spChg chg="mod">
          <ac:chgData name="TRABELSI, Slim" userId="33cd4617-8bc0-4a40-9c55-8328e74678ee" providerId="ADAL" clId="{68A49B02-76C1-4102-B2AC-8936AAB3BE82}" dt="2026-10-13T13:38:07.187" v="183" actId="20577"/>
          <ac:spMkLst>
            <pc:docMk/>
            <pc:sldMk cId="4082470888" sldId="2147483277"/>
            <ac:spMk id="2" creationId="{FF3B6C82-97A4-7B61-B605-6B60DFA22AB3}"/>
          </ac:spMkLst>
        </pc:spChg>
      </pc:sldChg>
      <pc:sldChg chg="addSp delSp modSp mod ord">
        <pc:chgData name="TRABELSI, Slim" userId="33cd4617-8bc0-4a40-9c55-8328e74678ee" providerId="ADAL" clId="{68A49B02-76C1-4102-B2AC-8936AAB3BE82}" dt="2026-10-13T14:32:58.137" v="1138" actId="22"/>
        <pc:sldMkLst>
          <pc:docMk/>
          <pc:sldMk cId="3168064026" sldId="2147483279"/>
        </pc:sldMkLst>
        <pc:spChg chg="add del mod">
          <ac:chgData name="TRABELSI, Slim" userId="33cd4617-8bc0-4a40-9c55-8328e74678ee" providerId="ADAL" clId="{68A49B02-76C1-4102-B2AC-8936AAB3BE82}" dt="2026-10-13T14:32:58.137" v="1138" actId="22"/>
          <ac:spMkLst>
            <pc:docMk/>
            <pc:sldMk cId="3168064026" sldId="2147483279"/>
            <ac:spMk id="3" creationId="{DB86AD22-457F-D5F6-7B94-DFE0BA4B294E}"/>
          </ac:spMkLst>
        </pc:spChg>
      </pc:sldChg>
      <pc:sldChg chg="delSp modSp mod">
        <pc:chgData name="TRABELSI, Slim" userId="33cd4617-8bc0-4a40-9c55-8328e74678ee" providerId="ADAL" clId="{68A49B02-76C1-4102-B2AC-8936AAB3BE82}" dt="2026-10-13T13:41:23.599" v="199"/>
        <pc:sldMkLst>
          <pc:docMk/>
          <pc:sldMk cId="630019492" sldId="2147483282"/>
        </pc:sldMkLst>
        <pc:spChg chg="mod">
          <ac:chgData name="TRABELSI, Slim" userId="33cd4617-8bc0-4a40-9c55-8328e74678ee" providerId="ADAL" clId="{68A49B02-76C1-4102-B2AC-8936AAB3BE82}" dt="2026-10-13T13:39:46.584" v="187" actId="20577"/>
          <ac:spMkLst>
            <pc:docMk/>
            <pc:sldMk cId="630019492" sldId="2147483282"/>
            <ac:spMk id="19" creationId="{FF562787-F145-4F21-E5C4-0F8844E1E208}"/>
          </ac:spMkLst>
        </pc:spChg>
        <pc:spChg chg="mod">
          <ac:chgData name="TRABELSI, Slim" userId="33cd4617-8bc0-4a40-9c55-8328e74678ee" providerId="ADAL" clId="{68A49B02-76C1-4102-B2AC-8936AAB3BE82}" dt="2026-10-13T13:40:05.233" v="189" actId="20577"/>
          <ac:spMkLst>
            <pc:docMk/>
            <pc:sldMk cId="630019492" sldId="2147483282"/>
            <ac:spMk id="21" creationId="{D9A873FA-2EAE-7049-7794-871FFB51D936}"/>
          </ac:spMkLst>
        </pc:spChg>
        <pc:spChg chg="mod">
          <ac:chgData name="TRABELSI, Slim" userId="33cd4617-8bc0-4a40-9c55-8328e74678ee" providerId="ADAL" clId="{68A49B02-76C1-4102-B2AC-8936AAB3BE82}" dt="2026-10-13T13:40:29.138" v="191" actId="20577"/>
          <ac:spMkLst>
            <pc:docMk/>
            <pc:sldMk cId="630019492" sldId="2147483282"/>
            <ac:spMk id="23" creationId="{7F3200D2-2769-41F7-D35F-BB457E4E0CD7}"/>
          </ac:spMkLst>
        </pc:spChg>
        <pc:spChg chg="mod">
          <ac:chgData name="TRABELSI, Slim" userId="33cd4617-8bc0-4a40-9c55-8328e74678ee" providerId="ADAL" clId="{68A49B02-76C1-4102-B2AC-8936AAB3BE82}" dt="2026-10-13T13:41:17.858" v="195" actId="20577"/>
          <ac:spMkLst>
            <pc:docMk/>
            <pc:sldMk cId="630019492" sldId="2147483282"/>
            <ac:spMk id="25" creationId="{D87BA447-8AE8-2F95-103A-49AE28AAC966}"/>
          </ac:spMkLst>
        </pc:spChg>
        <pc:spChg chg="del">
          <ac:chgData name="TRABELSI, Slim" userId="33cd4617-8bc0-4a40-9c55-8328e74678ee" providerId="ADAL" clId="{68A49B02-76C1-4102-B2AC-8936AAB3BE82}" dt="2026-10-13T13:41:23.599" v="197" actId="478"/>
          <ac:spMkLst>
            <pc:docMk/>
            <pc:sldMk cId="630019492" sldId="2147483282"/>
            <ac:spMk id="26" creationId="{DD64484B-B491-8D4A-854B-8D1F6A6E9B28}"/>
          </ac:spMkLst>
        </pc:spChg>
        <pc:spChg chg="del mod">
          <ac:chgData name="TRABELSI, Slim" userId="33cd4617-8bc0-4a40-9c55-8328e74678ee" providerId="ADAL" clId="{68A49B02-76C1-4102-B2AC-8936AAB3BE82}" dt="2026-10-13T13:41:23.599" v="199"/>
          <ac:spMkLst>
            <pc:docMk/>
            <pc:sldMk cId="630019492" sldId="2147483282"/>
            <ac:spMk id="27" creationId="{FE629F3A-E613-A575-4B50-ABC2CCEE8260}"/>
          </ac:spMkLst>
        </pc:spChg>
      </pc:sldChg>
      <pc:sldChg chg="del">
        <pc:chgData name="TRABELSI, Slim" userId="33cd4617-8bc0-4a40-9c55-8328e74678ee" providerId="ADAL" clId="{68A49B02-76C1-4102-B2AC-8936AAB3BE82}" dt="2026-10-13T14:33:18.004" v="1144" actId="47"/>
        <pc:sldMkLst>
          <pc:docMk/>
          <pc:sldMk cId="2740256033" sldId="2147483286"/>
        </pc:sldMkLst>
      </pc:sldChg>
      <pc:sldChg chg="del">
        <pc:chgData name="TRABELSI, Slim" userId="33cd4617-8bc0-4a40-9c55-8328e74678ee" providerId="ADAL" clId="{68A49B02-76C1-4102-B2AC-8936AAB3BE82}" dt="2026-10-13T14:33:18.908" v="1145" actId="47"/>
        <pc:sldMkLst>
          <pc:docMk/>
          <pc:sldMk cId="3408314460" sldId="2147483290"/>
        </pc:sldMkLst>
      </pc:sldChg>
      <pc:sldChg chg="delSp modSp mod">
        <pc:chgData name="TRABELSI, Slim" userId="33cd4617-8bc0-4a40-9c55-8328e74678ee" providerId="ADAL" clId="{68A49B02-76C1-4102-B2AC-8936AAB3BE82}" dt="2026-10-13T13:35:03.323" v="47" actId="478"/>
        <pc:sldMkLst>
          <pc:docMk/>
          <pc:sldMk cId="1389141172" sldId="2147483291"/>
        </pc:sldMkLst>
        <pc:spChg chg="mod">
          <ac:chgData name="TRABELSI, Slim" userId="33cd4617-8bc0-4a40-9c55-8328e74678ee" providerId="ADAL" clId="{68A49B02-76C1-4102-B2AC-8936AAB3BE82}" dt="2026-10-13T13:34:29.881" v="1" actId="14100"/>
          <ac:spMkLst>
            <pc:docMk/>
            <pc:sldMk cId="1389141172" sldId="2147483291"/>
            <ac:spMk id="2" creationId="{949A1D2D-449D-5527-CBE4-9779210CAE80}"/>
          </ac:spMkLst>
        </pc:spChg>
        <pc:spChg chg="mod">
          <ac:chgData name="TRABELSI, Slim" userId="33cd4617-8bc0-4a40-9c55-8328e74678ee" providerId="ADAL" clId="{68A49B02-76C1-4102-B2AC-8936AAB3BE82}" dt="2026-10-13T13:35:00.143" v="46" actId="20577"/>
          <ac:spMkLst>
            <pc:docMk/>
            <pc:sldMk cId="1389141172" sldId="2147483291"/>
            <ac:spMk id="3" creationId="{5F14DABF-B984-2D95-A128-AD4FBFEAD49B}"/>
          </ac:spMkLst>
        </pc:spChg>
        <pc:spChg chg="mod">
          <ac:chgData name="TRABELSI, Slim" userId="33cd4617-8bc0-4a40-9c55-8328e74678ee" providerId="ADAL" clId="{68A49B02-76C1-4102-B2AC-8936AAB3BE82}" dt="2026-10-13T13:34:47.191" v="31" actId="20577"/>
          <ac:spMkLst>
            <pc:docMk/>
            <pc:sldMk cId="1389141172" sldId="2147483291"/>
            <ac:spMk id="4" creationId="{3A2710E5-6AF8-7B1E-D38D-AFD22EEDAF63}"/>
          </ac:spMkLst>
        </pc:spChg>
        <pc:spChg chg="del">
          <ac:chgData name="TRABELSI, Slim" userId="33cd4617-8bc0-4a40-9c55-8328e74678ee" providerId="ADAL" clId="{68A49B02-76C1-4102-B2AC-8936AAB3BE82}" dt="2026-10-13T13:35:03.323" v="47" actId="478"/>
          <ac:spMkLst>
            <pc:docMk/>
            <pc:sldMk cId="1389141172" sldId="2147483291"/>
            <ac:spMk id="5" creationId="{3EAAFE73-806E-6229-0E03-4C4CC367FDB4}"/>
          </ac:spMkLst>
        </pc:spChg>
      </pc:sldChg>
      <pc:sldChg chg="del">
        <pc:chgData name="TRABELSI, Slim" userId="33cd4617-8bc0-4a40-9c55-8328e74678ee" providerId="ADAL" clId="{68A49B02-76C1-4102-B2AC-8936AAB3BE82}" dt="2026-10-13T14:33:16.244" v="1142" actId="47"/>
        <pc:sldMkLst>
          <pc:docMk/>
          <pc:sldMk cId="3685969896" sldId="2147483297"/>
        </pc:sldMkLst>
      </pc:sldChg>
      <pc:sldChg chg="del mod modShow">
        <pc:chgData name="TRABELSI, Slim" userId="33cd4617-8bc0-4a40-9c55-8328e74678ee" providerId="ADAL" clId="{68A49B02-76C1-4102-B2AC-8936AAB3BE82}" dt="2026-10-13T14:33:28.937" v="1148" actId="47"/>
        <pc:sldMkLst>
          <pc:docMk/>
          <pc:sldMk cId="565165184" sldId="2147483300"/>
        </pc:sldMkLst>
      </pc:sldChg>
      <pc:sldChg chg="del">
        <pc:chgData name="TRABELSI, Slim" userId="33cd4617-8bc0-4a40-9c55-8328e74678ee" providerId="ADAL" clId="{68A49B02-76C1-4102-B2AC-8936AAB3BE82}" dt="2026-10-13T14:33:14.899" v="1141" actId="47"/>
        <pc:sldMkLst>
          <pc:docMk/>
          <pc:sldMk cId="4121279903" sldId="2147483303"/>
        </pc:sldMkLst>
      </pc:sldChg>
      <pc:sldChg chg="del">
        <pc:chgData name="TRABELSI, Slim" userId="33cd4617-8bc0-4a40-9c55-8328e74678ee" providerId="ADAL" clId="{68A49B02-76C1-4102-B2AC-8936AAB3BE82}" dt="2026-10-13T14:33:31.605" v="1149" actId="47"/>
        <pc:sldMkLst>
          <pc:docMk/>
          <pc:sldMk cId="995623557" sldId="2147483304"/>
        </pc:sldMkLst>
      </pc:sldChg>
      <pc:sldChg chg="del">
        <pc:chgData name="TRABELSI, Slim" userId="33cd4617-8bc0-4a40-9c55-8328e74678ee" providerId="ADAL" clId="{68A49B02-76C1-4102-B2AC-8936AAB3BE82}" dt="2026-10-13T14:33:35.426" v="1150" actId="47"/>
        <pc:sldMkLst>
          <pc:docMk/>
          <pc:sldMk cId="909152204" sldId="2147483306"/>
        </pc:sldMkLst>
      </pc:sldChg>
      <pc:sldChg chg="addSp delSp modSp add mod">
        <pc:chgData name="TRABELSI, Slim" userId="33cd4617-8bc0-4a40-9c55-8328e74678ee" providerId="ADAL" clId="{68A49B02-76C1-4102-B2AC-8936AAB3BE82}" dt="2026-10-13T13:48:02.997" v="232" actId="1076"/>
        <pc:sldMkLst>
          <pc:docMk/>
          <pc:sldMk cId="717875689" sldId="2147483307"/>
        </pc:sldMkLst>
        <pc:spChg chg="mod">
          <ac:chgData name="TRABELSI, Slim" userId="33cd4617-8bc0-4a40-9c55-8328e74678ee" providerId="ADAL" clId="{68A49B02-76C1-4102-B2AC-8936AAB3BE82}" dt="2026-10-13T13:48:02.997" v="232" actId="1076"/>
          <ac:spMkLst>
            <pc:docMk/>
            <pc:sldMk cId="717875689" sldId="2147483307"/>
            <ac:spMk id="2" creationId="{95518714-C64A-C1A5-84CF-7545328AAFC0}"/>
          </ac:spMkLst>
        </pc:spChg>
        <pc:spChg chg="del">
          <ac:chgData name="TRABELSI, Slim" userId="33cd4617-8bc0-4a40-9c55-8328e74678ee" providerId="ADAL" clId="{68A49B02-76C1-4102-B2AC-8936AAB3BE82}" dt="2026-10-13T13:47:55.247" v="230" actId="478"/>
          <ac:spMkLst>
            <pc:docMk/>
            <pc:sldMk cId="717875689" sldId="2147483307"/>
            <ac:spMk id="3" creationId="{62ACD08D-252A-E272-1042-82AF262D9DC0}"/>
          </ac:spMkLst>
        </pc:spChg>
        <pc:spChg chg="add del mod">
          <ac:chgData name="TRABELSI, Slim" userId="33cd4617-8bc0-4a40-9c55-8328e74678ee" providerId="ADAL" clId="{68A49B02-76C1-4102-B2AC-8936AAB3BE82}" dt="2026-10-13T13:47:57.555" v="231" actId="478"/>
          <ac:spMkLst>
            <pc:docMk/>
            <pc:sldMk cId="717875689" sldId="2147483307"/>
            <ac:spMk id="5" creationId="{A5DCD4D7-D703-83EE-94AD-0E0F478BF76F}"/>
          </ac:spMkLst>
        </pc:spChg>
      </pc:sldChg>
      <pc:sldChg chg="new">
        <pc:chgData name="TRABELSI, Slim" userId="33cd4617-8bc0-4a40-9c55-8328e74678ee" providerId="ADAL" clId="{68A49B02-76C1-4102-B2AC-8936AAB3BE82}" dt="2026-10-13T13:56:38.518" v="237" actId="680"/>
        <pc:sldMkLst>
          <pc:docMk/>
          <pc:sldMk cId="1672139643" sldId="2147483308"/>
        </pc:sldMkLst>
      </pc:sldChg>
      <pc:sldChg chg="modSp new mod ord">
        <pc:chgData name="TRABELSI, Slim" userId="33cd4617-8bc0-4a40-9c55-8328e74678ee" providerId="ADAL" clId="{68A49B02-76C1-4102-B2AC-8936AAB3BE82}" dt="2026-10-13T14:09:47.915" v="806" actId="20577"/>
        <pc:sldMkLst>
          <pc:docMk/>
          <pc:sldMk cId="3237599020" sldId="2147483309"/>
        </pc:sldMkLst>
        <pc:spChg chg="mod">
          <ac:chgData name="TRABELSI, Slim" userId="33cd4617-8bc0-4a40-9c55-8328e74678ee" providerId="ADAL" clId="{68A49B02-76C1-4102-B2AC-8936AAB3BE82}" dt="2026-10-13T14:09:47.915" v="806" actId="20577"/>
          <ac:spMkLst>
            <pc:docMk/>
            <pc:sldMk cId="3237599020" sldId="2147483309"/>
            <ac:spMk id="2" creationId="{35CDD503-CE36-0CC3-368D-D39A18C78CE9}"/>
          </ac:spMkLst>
        </pc:spChg>
        <pc:spChg chg="mod">
          <ac:chgData name="TRABELSI, Slim" userId="33cd4617-8bc0-4a40-9c55-8328e74678ee" providerId="ADAL" clId="{68A49B02-76C1-4102-B2AC-8936AAB3BE82}" dt="2026-10-13T13:57:44.048" v="246" actId="207"/>
          <ac:spMkLst>
            <pc:docMk/>
            <pc:sldMk cId="3237599020" sldId="2147483309"/>
            <ac:spMk id="3" creationId="{A4D47E23-8409-334D-604A-86C27ED9A544}"/>
          </ac:spMkLst>
        </pc:spChg>
      </pc:sldChg>
      <pc:sldChg chg="modSp new mod">
        <pc:chgData name="TRABELSI, Slim" userId="33cd4617-8bc0-4a40-9c55-8328e74678ee" providerId="ADAL" clId="{68A49B02-76C1-4102-B2AC-8936AAB3BE82}" dt="2026-10-13T13:59:52.866" v="280" actId="20577"/>
        <pc:sldMkLst>
          <pc:docMk/>
          <pc:sldMk cId="4074029080" sldId="2147483310"/>
        </pc:sldMkLst>
        <pc:spChg chg="mod">
          <ac:chgData name="TRABELSI, Slim" userId="33cd4617-8bc0-4a40-9c55-8328e74678ee" providerId="ADAL" clId="{68A49B02-76C1-4102-B2AC-8936AAB3BE82}" dt="2026-10-13T13:59:52.866" v="280" actId="20577"/>
          <ac:spMkLst>
            <pc:docMk/>
            <pc:sldMk cId="4074029080" sldId="2147483310"/>
            <ac:spMk id="2" creationId="{83AD84F4-E3BD-3E49-0775-00EB7D4130BA}"/>
          </ac:spMkLst>
        </pc:spChg>
        <pc:spChg chg="mod">
          <ac:chgData name="TRABELSI, Slim" userId="33cd4617-8bc0-4a40-9c55-8328e74678ee" providerId="ADAL" clId="{68A49B02-76C1-4102-B2AC-8936AAB3BE82}" dt="2026-10-13T13:58:47.996" v="255" actId="207"/>
          <ac:spMkLst>
            <pc:docMk/>
            <pc:sldMk cId="4074029080" sldId="2147483310"/>
            <ac:spMk id="3" creationId="{BD98F9E5-AE1D-FF4E-2673-5D5845B27CC1}"/>
          </ac:spMkLst>
        </pc:spChg>
      </pc:sldChg>
      <pc:sldChg chg="modSp new mod">
        <pc:chgData name="TRABELSI, Slim" userId="33cd4617-8bc0-4a40-9c55-8328e74678ee" providerId="ADAL" clId="{68A49B02-76C1-4102-B2AC-8936AAB3BE82}" dt="2026-10-13T14:11:29.889" v="813" actId="113"/>
        <pc:sldMkLst>
          <pc:docMk/>
          <pc:sldMk cId="1668899332" sldId="2147483311"/>
        </pc:sldMkLst>
        <pc:spChg chg="mod">
          <ac:chgData name="TRABELSI, Slim" userId="33cd4617-8bc0-4a40-9c55-8328e74678ee" providerId="ADAL" clId="{68A49B02-76C1-4102-B2AC-8936AAB3BE82}" dt="2026-10-13T14:11:29.889" v="813" actId="113"/>
          <ac:spMkLst>
            <pc:docMk/>
            <pc:sldMk cId="1668899332" sldId="2147483311"/>
            <ac:spMk id="2" creationId="{761648E5-EA1F-1D50-1C38-5BC8B539A834}"/>
          </ac:spMkLst>
        </pc:spChg>
        <pc:spChg chg="mod">
          <ac:chgData name="TRABELSI, Slim" userId="33cd4617-8bc0-4a40-9c55-8328e74678ee" providerId="ADAL" clId="{68A49B02-76C1-4102-B2AC-8936AAB3BE82}" dt="2026-10-13T14:10:54.846" v="808" actId="207"/>
          <ac:spMkLst>
            <pc:docMk/>
            <pc:sldMk cId="1668899332" sldId="2147483311"/>
            <ac:spMk id="3" creationId="{C971C09B-8C98-DF94-C3DD-6AA4ACD1F70F}"/>
          </ac:spMkLst>
        </pc:spChg>
      </pc:sldChg>
      <pc:sldChg chg="modSp new mod ord">
        <pc:chgData name="TRABELSI, Slim" userId="33cd4617-8bc0-4a40-9c55-8328e74678ee" providerId="ADAL" clId="{68A49B02-76C1-4102-B2AC-8936AAB3BE82}" dt="2026-10-13T14:09:24.627" v="760" actId="1076"/>
        <pc:sldMkLst>
          <pc:docMk/>
          <pc:sldMk cId="1028216993" sldId="2147483312"/>
        </pc:sldMkLst>
        <pc:spChg chg="mod">
          <ac:chgData name="TRABELSI, Slim" userId="33cd4617-8bc0-4a40-9c55-8328e74678ee" providerId="ADAL" clId="{68A49B02-76C1-4102-B2AC-8936AAB3BE82}" dt="2026-10-13T14:09:24.627" v="760" actId="1076"/>
          <ac:spMkLst>
            <pc:docMk/>
            <pc:sldMk cId="1028216993" sldId="2147483312"/>
            <ac:spMk id="2" creationId="{5C0C3200-538B-1CA1-F3C8-6A978DE4E5A9}"/>
          </ac:spMkLst>
        </pc:spChg>
        <pc:spChg chg="mod">
          <ac:chgData name="TRABELSI, Slim" userId="33cd4617-8bc0-4a40-9c55-8328e74678ee" providerId="ADAL" clId="{68A49B02-76C1-4102-B2AC-8936AAB3BE82}" dt="2026-10-13T14:03:24.886" v="287" actId="207"/>
          <ac:spMkLst>
            <pc:docMk/>
            <pc:sldMk cId="1028216993" sldId="2147483312"/>
            <ac:spMk id="3" creationId="{124A8915-A573-DC42-8095-81DEDBC3DF14}"/>
          </ac:spMkLst>
        </pc:spChg>
      </pc:sldChg>
      <pc:sldChg chg="modSp new mod">
        <pc:chgData name="TRABELSI, Slim" userId="33cd4617-8bc0-4a40-9c55-8328e74678ee" providerId="ADAL" clId="{68A49B02-76C1-4102-B2AC-8936AAB3BE82}" dt="2026-10-13T14:13:28.815" v="836" actId="20577"/>
        <pc:sldMkLst>
          <pc:docMk/>
          <pc:sldMk cId="2355097859" sldId="2147483313"/>
        </pc:sldMkLst>
        <pc:spChg chg="mod">
          <ac:chgData name="TRABELSI, Slim" userId="33cd4617-8bc0-4a40-9c55-8328e74678ee" providerId="ADAL" clId="{68A49B02-76C1-4102-B2AC-8936AAB3BE82}" dt="2026-10-13T14:13:12.385" v="821" actId="12"/>
          <ac:spMkLst>
            <pc:docMk/>
            <pc:sldMk cId="2355097859" sldId="2147483313"/>
            <ac:spMk id="2" creationId="{BE4A6440-930B-DAC6-6B87-F0A3797CCF8A}"/>
          </ac:spMkLst>
        </pc:spChg>
        <pc:spChg chg="mod">
          <ac:chgData name="TRABELSI, Slim" userId="33cd4617-8bc0-4a40-9c55-8328e74678ee" providerId="ADAL" clId="{68A49B02-76C1-4102-B2AC-8936AAB3BE82}" dt="2026-10-13T14:13:28.815" v="836" actId="20577"/>
          <ac:spMkLst>
            <pc:docMk/>
            <pc:sldMk cId="2355097859" sldId="2147483313"/>
            <ac:spMk id="3" creationId="{B5355C56-3704-6247-0DF6-B4C270BEF603}"/>
          </ac:spMkLst>
        </pc:spChg>
      </pc:sldChg>
      <pc:sldChg chg="modSp new mod">
        <pc:chgData name="TRABELSI, Slim" userId="33cd4617-8bc0-4a40-9c55-8328e74678ee" providerId="ADAL" clId="{68A49B02-76C1-4102-B2AC-8936AAB3BE82}" dt="2026-10-13T14:15:17.478" v="872" actId="15"/>
        <pc:sldMkLst>
          <pc:docMk/>
          <pc:sldMk cId="1854275574" sldId="2147483314"/>
        </pc:sldMkLst>
        <pc:spChg chg="mod">
          <ac:chgData name="TRABELSI, Slim" userId="33cd4617-8bc0-4a40-9c55-8328e74678ee" providerId="ADAL" clId="{68A49B02-76C1-4102-B2AC-8936AAB3BE82}" dt="2026-10-13T14:15:17.478" v="872" actId="15"/>
          <ac:spMkLst>
            <pc:docMk/>
            <pc:sldMk cId="1854275574" sldId="2147483314"/>
            <ac:spMk id="2" creationId="{472DB461-76BC-1C57-9F93-5F6789281F3D}"/>
          </ac:spMkLst>
        </pc:spChg>
        <pc:spChg chg="mod">
          <ac:chgData name="TRABELSI, Slim" userId="33cd4617-8bc0-4a40-9c55-8328e74678ee" providerId="ADAL" clId="{68A49B02-76C1-4102-B2AC-8936AAB3BE82}" dt="2026-10-13T14:14:31.886" v="866" actId="207"/>
          <ac:spMkLst>
            <pc:docMk/>
            <pc:sldMk cId="1854275574" sldId="2147483314"/>
            <ac:spMk id="3" creationId="{B1A6A834-B6A6-7FA6-9ED1-760B41CD4F02}"/>
          </ac:spMkLst>
        </pc:spChg>
      </pc:sldChg>
      <pc:sldChg chg="modSp new mod">
        <pc:chgData name="TRABELSI, Slim" userId="33cd4617-8bc0-4a40-9c55-8328e74678ee" providerId="ADAL" clId="{68A49B02-76C1-4102-B2AC-8936AAB3BE82}" dt="2026-10-13T14:17:27.260" v="889" actId="1076"/>
        <pc:sldMkLst>
          <pc:docMk/>
          <pc:sldMk cId="2864348436" sldId="2147483315"/>
        </pc:sldMkLst>
        <pc:spChg chg="mod">
          <ac:chgData name="TRABELSI, Slim" userId="33cd4617-8bc0-4a40-9c55-8328e74678ee" providerId="ADAL" clId="{68A49B02-76C1-4102-B2AC-8936AAB3BE82}" dt="2026-10-13T14:16:13.763" v="878" actId="20577"/>
          <ac:spMkLst>
            <pc:docMk/>
            <pc:sldMk cId="2864348436" sldId="2147483315"/>
            <ac:spMk id="2" creationId="{4AE0FF54-A41B-B075-5B95-50F452D6D801}"/>
          </ac:spMkLst>
        </pc:spChg>
        <pc:spChg chg="mod">
          <ac:chgData name="TRABELSI, Slim" userId="33cd4617-8bc0-4a40-9c55-8328e74678ee" providerId="ADAL" clId="{68A49B02-76C1-4102-B2AC-8936AAB3BE82}" dt="2026-10-13T14:17:27.260" v="889" actId="1076"/>
          <ac:spMkLst>
            <pc:docMk/>
            <pc:sldMk cId="2864348436" sldId="2147483315"/>
            <ac:spMk id="3" creationId="{8285FA37-8BA3-1E62-813C-F7EEB7CCEF8B}"/>
          </ac:spMkLst>
        </pc:spChg>
      </pc:sldChg>
      <pc:sldChg chg="modSp new mod">
        <pc:chgData name="TRABELSI, Slim" userId="33cd4617-8bc0-4a40-9c55-8328e74678ee" providerId="ADAL" clId="{68A49B02-76C1-4102-B2AC-8936AAB3BE82}" dt="2026-10-13T14:17:35.486" v="892" actId="20577"/>
        <pc:sldMkLst>
          <pc:docMk/>
          <pc:sldMk cId="2765628885" sldId="2147483316"/>
        </pc:sldMkLst>
        <pc:spChg chg="mod">
          <ac:chgData name="TRABELSI, Slim" userId="33cd4617-8bc0-4a40-9c55-8328e74678ee" providerId="ADAL" clId="{68A49B02-76C1-4102-B2AC-8936AAB3BE82}" dt="2026-10-13T14:17:19.655" v="887" actId="207"/>
          <ac:spMkLst>
            <pc:docMk/>
            <pc:sldMk cId="2765628885" sldId="2147483316"/>
            <ac:spMk id="2" creationId="{CDDB81B1-65C3-FBE5-E235-3E6842B1FBCE}"/>
          </ac:spMkLst>
        </pc:spChg>
        <pc:spChg chg="mod">
          <ac:chgData name="TRABELSI, Slim" userId="33cd4617-8bc0-4a40-9c55-8328e74678ee" providerId="ADAL" clId="{68A49B02-76C1-4102-B2AC-8936AAB3BE82}" dt="2026-10-13T14:17:35.486" v="892" actId="20577"/>
          <ac:spMkLst>
            <pc:docMk/>
            <pc:sldMk cId="2765628885" sldId="2147483316"/>
            <ac:spMk id="3" creationId="{C2480743-27AB-F52A-4E9E-AC509932900F}"/>
          </ac:spMkLst>
        </pc:spChg>
      </pc:sldChg>
      <pc:sldChg chg="modSp new mod">
        <pc:chgData name="TRABELSI, Slim" userId="33cd4617-8bc0-4a40-9c55-8328e74678ee" providerId="ADAL" clId="{68A49B02-76C1-4102-B2AC-8936AAB3BE82}" dt="2026-10-13T14:18:41.273" v="900"/>
        <pc:sldMkLst>
          <pc:docMk/>
          <pc:sldMk cId="4216054662" sldId="2147483317"/>
        </pc:sldMkLst>
        <pc:spChg chg="mod">
          <ac:chgData name="TRABELSI, Slim" userId="33cd4617-8bc0-4a40-9c55-8328e74678ee" providerId="ADAL" clId="{68A49B02-76C1-4102-B2AC-8936AAB3BE82}" dt="2026-10-13T14:18:31.358" v="899" actId="207"/>
          <ac:spMkLst>
            <pc:docMk/>
            <pc:sldMk cId="4216054662" sldId="2147483317"/>
            <ac:spMk id="2" creationId="{C54F6F1B-2791-CD72-0622-900B4706B76D}"/>
          </ac:spMkLst>
        </pc:spChg>
        <pc:spChg chg="mod">
          <ac:chgData name="TRABELSI, Slim" userId="33cd4617-8bc0-4a40-9c55-8328e74678ee" providerId="ADAL" clId="{68A49B02-76C1-4102-B2AC-8936AAB3BE82}" dt="2026-10-13T14:18:41.273" v="900"/>
          <ac:spMkLst>
            <pc:docMk/>
            <pc:sldMk cId="4216054662" sldId="2147483317"/>
            <ac:spMk id="3" creationId="{9ADBDDDC-E7F8-74D0-22E7-D28F7485F5BD}"/>
          </ac:spMkLst>
        </pc:spChg>
      </pc:sldChg>
      <pc:sldChg chg="modSp new mod">
        <pc:chgData name="TRABELSI, Slim" userId="33cd4617-8bc0-4a40-9c55-8328e74678ee" providerId="ADAL" clId="{68A49B02-76C1-4102-B2AC-8936AAB3BE82}" dt="2026-10-13T14:20:07.501" v="964" actId="113"/>
        <pc:sldMkLst>
          <pc:docMk/>
          <pc:sldMk cId="4260101879" sldId="2147483318"/>
        </pc:sldMkLst>
        <pc:spChg chg="mod">
          <ac:chgData name="TRABELSI, Slim" userId="33cd4617-8bc0-4a40-9c55-8328e74678ee" providerId="ADAL" clId="{68A49B02-76C1-4102-B2AC-8936AAB3BE82}" dt="2026-10-13T14:20:07.501" v="964" actId="113"/>
          <ac:spMkLst>
            <pc:docMk/>
            <pc:sldMk cId="4260101879" sldId="2147483318"/>
            <ac:spMk id="2" creationId="{9FE2DBFC-1841-FFD6-5FE5-BB15478FFC03}"/>
          </ac:spMkLst>
        </pc:spChg>
        <pc:spChg chg="mod">
          <ac:chgData name="TRABELSI, Slim" userId="33cd4617-8bc0-4a40-9c55-8328e74678ee" providerId="ADAL" clId="{68A49B02-76C1-4102-B2AC-8936AAB3BE82}" dt="2026-10-13T14:19:23.653" v="916" actId="207"/>
          <ac:spMkLst>
            <pc:docMk/>
            <pc:sldMk cId="4260101879" sldId="2147483318"/>
            <ac:spMk id="3" creationId="{943648C2-F7A4-0956-9858-68A88CB8B955}"/>
          </ac:spMkLst>
        </pc:spChg>
      </pc:sldChg>
      <pc:sldChg chg="modSp new mod">
        <pc:chgData name="TRABELSI, Slim" userId="33cd4617-8bc0-4a40-9c55-8328e74678ee" providerId="ADAL" clId="{68A49B02-76C1-4102-B2AC-8936AAB3BE82}" dt="2026-10-13T14:20:49.104" v="971" actId="207"/>
        <pc:sldMkLst>
          <pc:docMk/>
          <pc:sldMk cId="795780647" sldId="2147483319"/>
        </pc:sldMkLst>
        <pc:spChg chg="mod">
          <ac:chgData name="TRABELSI, Slim" userId="33cd4617-8bc0-4a40-9c55-8328e74678ee" providerId="ADAL" clId="{68A49B02-76C1-4102-B2AC-8936AAB3BE82}" dt="2026-10-13T14:20:41.361" v="968" actId="21"/>
          <ac:spMkLst>
            <pc:docMk/>
            <pc:sldMk cId="795780647" sldId="2147483319"/>
            <ac:spMk id="2" creationId="{FF3AB473-ABB8-4E88-6A46-0761CD6E1C68}"/>
          </ac:spMkLst>
        </pc:spChg>
        <pc:spChg chg="mod">
          <ac:chgData name="TRABELSI, Slim" userId="33cd4617-8bc0-4a40-9c55-8328e74678ee" providerId="ADAL" clId="{68A49B02-76C1-4102-B2AC-8936AAB3BE82}" dt="2026-10-13T14:20:49.104" v="971" actId="207"/>
          <ac:spMkLst>
            <pc:docMk/>
            <pc:sldMk cId="795780647" sldId="2147483319"/>
            <ac:spMk id="3" creationId="{88617F22-625F-9676-9E02-F288E91CBBA8}"/>
          </ac:spMkLst>
        </pc:spChg>
      </pc:sldChg>
      <pc:sldChg chg="modSp new mod">
        <pc:chgData name="TRABELSI, Slim" userId="33cd4617-8bc0-4a40-9c55-8328e74678ee" providerId="ADAL" clId="{68A49B02-76C1-4102-B2AC-8936AAB3BE82}" dt="2026-10-13T14:21:53.016" v="979" actId="12"/>
        <pc:sldMkLst>
          <pc:docMk/>
          <pc:sldMk cId="3342271817" sldId="2147483320"/>
        </pc:sldMkLst>
        <pc:spChg chg="mod">
          <ac:chgData name="TRABELSI, Slim" userId="33cd4617-8bc0-4a40-9c55-8328e74678ee" providerId="ADAL" clId="{68A49B02-76C1-4102-B2AC-8936AAB3BE82}" dt="2026-10-13T14:21:53.016" v="979" actId="12"/>
          <ac:spMkLst>
            <pc:docMk/>
            <pc:sldMk cId="3342271817" sldId="2147483320"/>
            <ac:spMk id="2" creationId="{0D01324C-07A6-A301-13B2-84A8BE7225E9}"/>
          </ac:spMkLst>
        </pc:spChg>
        <pc:spChg chg="mod">
          <ac:chgData name="TRABELSI, Slim" userId="33cd4617-8bc0-4a40-9c55-8328e74678ee" providerId="ADAL" clId="{68A49B02-76C1-4102-B2AC-8936AAB3BE82}" dt="2026-10-13T14:21:15.644" v="975" actId="207"/>
          <ac:spMkLst>
            <pc:docMk/>
            <pc:sldMk cId="3342271817" sldId="2147483320"/>
            <ac:spMk id="3" creationId="{641E6840-0EEA-EE9D-7E81-8E93293C0F43}"/>
          </ac:spMkLst>
        </pc:spChg>
      </pc:sldChg>
      <pc:sldChg chg="modSp new mod">
        <pc:chgData name="TRABELSI, Slim" userId="33cd4617-8bc0-4a40-9c55-8328e74678ee" providerId="ADAL" clId="{68A49B02-76C1-4102-B2AC-8936AAB3BE82}" dt="2026-10-13T14:22:54.691" v="987" actId="20577"/>
        <pc:sldMkLst>
          <pc:docMk/>
          <pc:sldMk cId="2147423591" sldId="2147483321"/>
        </pc:sldMkLst>
        <pc:spChg chg="mod">
          <ac:chgData name="TRABELSI, Slim" userId="33cd4617-8bc0-4a40-9c55-8328e74678ee" providerId="ADAL" clId="{68A49B02-76C1-4102-B2AC-8936AAB3BE82}" dt="2026-10-13T14:22:42.774" v="984" actId="12"/>
          <ac:spMkLst>
            <pc:docMk/>
            <pc:sldMk cId="2147423591" sldId="2147483321"/>
            <ac:spMk id="2" creationId="{AEFCBD33-FEA5-F14E-CEFB-74974D22153C}"/>
          </ac:spMkLst>
        </pc:spChg>
        <pc:spChg chg="mod">
          <ac:chgData name="TRABELSI, Slim" userId="33cd4617-8bc0-4a40-9c55-8328e74678ee" providerId="ADAL" clId="{68A49B02-76C1-4102-B2AC-8936AAB3BE82}" dt="2026-10-13T14:22:54.691" v="987" actId="20577"/>
          <ac:spMkLst>
            <pc:docMk/>
            <pc:sldMk cId="2147423591" sldId="2147483321"/>
            <ac:spMk id="3" creationId="{3C299300-BE4C-6C85-259C-31B34FA00381}"/>
          </ac:spMkLst>
        </pc:spChg>
      </pc:sldChg>
      <pc:sldChg chg="modSp new mod">
        <pc:chgData name="TRABELSI, Slim" userId="33cd4617-8bc0-4a40-9c55-8328e74678ee" providerId="ADAL" clId="{68A49B02-76C1-4102-B2AC-8936AAB3BE82}" dt="2026-10-13T14:24:18.426" v="1012" actId="207"/>
        <pc:sldMkLst>
          <pc:docMk/>
          <pc:sldMk cId="3820187080" sldId="2147483322"/>
        </pc:sldMkLst>
        <pc:spChg chg="mod">
          <ac:chgData name="TRABELSI, Slim" userId="33cd4617-8bc0-4a40-9c55-8328e74678ee" providerId="ADAL" clId="{68A49B02-76C1-4102-B2AC-8936AAB3BE82}" dt="2026-10-13T14:24:11.116" v="1011" actId="207"/>
          <ac:spMkLst>
            <pc:docMk/>
            <pc:sldMk cId="3820187080" sldId="2147483322"/>
            <ac:spMk id="2" creationId="{32B2DE54-2B08-F689-5D56-F00BDE04F894}"/>
          </ac:spMkLst>
        </pc:spChg>
        <pc:spChg chg="mod">
          <ac:chgData name="TRABELSI, Slim" userId="33cd4617-8bc0-4a40-9c55-8328e74678ee" providerId="ADAL" clId="{68A49B02-76C1-4102-B2AC-8936AAB3BE82}" dt="2026-10-13T14:24:18.426" v="1012" actId="207"/>
          <ac:spMkLst>
            <pc:docMk/>
            <pc:sldMk cId="3820187080" sldId="2147483322"/>
            <ac:spMk id="3" creationId="{835261E9-1A10-9AF4-87B8-B6A2297C30F4}"/>
          </ac:spMkLst>
        </pc:spChg>
      </pc:sldChg>
      <pc:sldChg chg="modSp add mod">
        <pc:chgData name="TRABELSI, Slim" userId="33cd4617-8bc0-4a40-9c55-8328e74678ee" providerId="ADAL" clId="{68A49B02-76C1-4102-B2AC-8936AAB3BE82}" dt="2026-10-13T14:23:39.906" v="1006" actId="20577"/>
        <pc:sldMkLst>
          <pc:docMk/>
          <pc:sldMk cId="1700045141" sldId="2147483323"/>
        </pc:sldMkLst>
        <pc:spChg chg="mod">
          <ac:chgData name="TRABELSI, Slim" userId="33cd4617-8bc0-4a40-9c55-8328e74678ee" providerId="ADAL" clId="{68A49B02-76C1-4102-B2AC-8936AAB3BE82}" dt="2026-10-13T14:23:39.906" v="1006" actId="20577"/>
          <ac:spMkLst>
            <pc:docMk/>
            <pc:sldMk cId="1700045141" sldId="2147483323"/>
            <ac:spMk id="2" creationId="{E6199A2F-9E6C-3BD2-64D6-558D4FE2B06D}"/>
          </ac:spMkLst>
        </pc:spChg>
      </pc:sldChg>
      <pc:sldChg chg="modSp new mod">
        <pc:chgData name="TRABELSI, Slim" userId="33cd4617-8bc0-4a40-9c55-8328e74678ee" providerId="ADAL" clId="{68A49B02-76C1-4102-B2AC-8936AAB3BE82}" dt="2026-10-13T14:24:51.524" v="1019" actId="207"/>
        <pc:sldMkLst>
          <pc:docMk/>
          <pc:sldMk cId="568913045" sldId="2147483324"/>
        </pc:sldMkLst>
        <pc:spChg chg="mod">
          <ac:chgData name="TRABELSI, Slim" userId="33cd4617-8bc0-4a40-9c55-8328e74678ee" providerId="ADAL" clId="{68A49B02-76C1-4102-B2AC-8936AAB3BE82}" dt="2026-10-13T14:24:51.524" v="1019" actId="207"/>
          <ac:spMkLst>
            <pc:docMk/>
            <pc:sldMk cId="568913045" sldId="2147483324"/>
            <ac:spMk id="2" creationId="{52288F85-EC15-DF29-BA9B-7E97F61D0EBA}"/>
          </ac:spMkLst>
        </pc:spChg>
        <pc:spChg chg="mod">
          <ac:chgData name="TRABELSI, Slim" userId="33cd4617-8bc0-4a40-9c55-8328e74678ee" providerId="ADAL" clId="{68A49B02-76C1-4102-B2AC-8936AAB3BE82}" dt="2026-10-13T14:24:45.780" v="1018" actId="207"/>
          <ac:spMkLst>
            <pc:docMk/>
            <pc:sldMk cId="568913045" sldId="2147483324"/>
            <ac:spMk id="3" creationId="{AFE6687B-7406-6A2B-3CBE-32AAAEEB6987}"/>
          </ac:spMkLst>
        </pc:spChg>
      </pc:sldChg>
      <pc:sldChg chg="modSp new mod">
        <pc:chgData name="TRABELSI, Slim" userId="33cd4617-8bc0-4a40-9c55-8328e74678ee" providerId="ADAL" clId="{68A49B02-76C1-4102-B2AC-8936AAB3BE82}" dt="2026-10-13T14:25:35.634" v="1026" actId="12"/>
        <pc:sldMkLst>
          <pc:docMk/>
          <pc:sldMk cId="1936352752" sldId="2147483325"/>
        </pc:sldMkLst>
        <pc:spChg chg="mod">
          <ac:chgData name="TRABELSI, Slim" userId="33cd4617-8bc0-4a40-9c55-8328e74678ee" providerId="ADAL" clId="{68A49B02-76C1-4102-B2AC-8936AAB3BE82}" dt="2026-10-13T14:25:35.634" v="1026" actId="12"/>
          <ac:spMkLst>
            <pc:docMk/>
            <pc:sldMk cId="1936352752" sldId="2147483325"/>
            <ac:spMk id="2" creationId="{C740AC3A-3D04-7593-B85E-175A3F98E1D0}"/>
          </ac:spMkLst>
        </pc:spChg>
        <pc:spChg chg="mod">
          <ac:chgData name="TRABELSI, Slim" userId="33cd4617-8bc0-4a40-9c55-8328e74678ee" providerId="ADAL" clId="{68A49B02-76C1-4102-B2AC-8936AAB3BE82}" dt="2026-10-13T14:25:17.201" v="1024" actId="20577"/>
          <ac:spMkLst>
            <pc:docMk/>
            <pc:sldMk cId="1936352752" sldId="2147483325"/>
            <ac:spMk id="3" creationId="{E0FF9D41-9F67-66ED-36D7-B26AFD1D69A9}"/>
          </ac:spMkLst>
        </pc:spChg>
      </pc:sldChg>
      <pc:sldChg chg="modSp new mod">
        <pc:chgData name="TRABELSI, Slim" userId="33cd4617-8bc0-4a40-9c55-8328e74678ee" providerId="ADAL" clId="{68A49B02-76C1-4102-B2AC-8936AAB3BE82}" dt="2026-10-13T14:26:18.827" v="1034" actId="12"/>
        <pc:sldMkLst>
          <pc:docMk/>
          <pc:sldMk cId="3478866929" sldId="2147483326"/>
        </pc:sldMkLst>
        <pc:spChg chg="mod">
          <ac:chgData name="TRABELSI, Slim" userId="33cd4617-8bc0-4a40-9c55-8328e74678ee" providerId="ADAL" clId="{68A49B02-76C1-4102-B2AC-8936AAB3BE82}" dt="2026-10-13T14:26:18.827" v="1034" actId="12"/>
          <ac:spMkLst>
            <pc:docMk/>
            <pc:sldMk cId="3478866929" sldId="2147483326"/>
            <ac:spMk id="2" creationId="{F24D5B22-BF35-6B4E-1DD8-F0742B87DD0C}"/>
          </ac:spMkLst>
        </pc:spChg>
        <pc:spChg chg="mod">
          <ac:chgData name="TRABELSI, Slim" userId="33cd4617-8bc0-4a40-9c55-8328e74678ee" providerId="ADAL" clId="{68A49B02-76C1-4102-B2AC-8936AAB3BE82}" dt="2026-10-13T14:26:05.929" v="1033" actId="207"/>
          <ac:spMkLst>
            <pc:docMk/>
            <pc:sldMk cId="3478866929" sldId="2147483326"/>
            <ac:spMk id="3" creationId="{31B3EF0E-0C7B-26B7-88B2-783E61FC6794}"/>
          </ac:spMkLst>
        </pc:spChg>
      </pc:sldChg>
      <pc:sldChg chg="modSp new mod">
        <pc:chgData name="TRABELSI, Slim" userId="33cd4617-8bc0-4a40-9c55-8328e74678ee" providerId="ADAL" clId="{68A49B02-76C1-4102-B2AC-8936AAB3BE82}" dt="2026-10-13T14:27:06.197" v="1063" actId="20577"/>
        <pc:sldMkLst>
          <pc:docMk/>
          <pc:sldMk cId="2537804995" sldId="2147483327"/>
        </pc:sldMkLst>
        <pc:spChg chg="mod">
          <ac:chgData name="TRABELSI, Slim" userId="33cd4617-8bc0-4a40-9c55-8328e74678ee" providerId="ADAL" clId="{68A49B02-76C1-4102-B2AC-8936AAB3BE82}" dt="2026-10-13T14:27:06.197" v="1063" actId="20577"/>
          <ac:spMkLst>
            <pc:docMk/>
            <pc:sldMk cId="2537804995" sldId="2147483327"/>
            <ac:spMk id="2" creationId="{B5EFF132-95F9-7C69-3667-E32AF4BB3991}"/>
          </ac:spMkLst>
        </pc:spChg>
        <pc:spChg chg="mod">
          <ac:chgData name="TRABELSI, Slim" userId="33cd4617-8bc0-4a40-9c55-8328e74678ee" providerId="ADAL" clId="{68A49B02-76C1-4102-B2AC-8936AAB3BE82}" dt="2026-10-13T14:26:47.642" v="1060" actId="207"/>
          <ac:spMkLst>
            <pc:docMk/>
            <pc:sldMk cId="2537804995" sldId="2147483327"/>
            <ac:spMk id="3" creationId="{8FCB8F8F-A29A-0408-DF36-A6DE5672F4AC}"/>
          </ac:spMkLst>
        </pc:spChg>
      </pc:sldChg>
      <pc:sldChg chg="modSp new mod">
        <pc:chgData name="TRABELSI, Slim" userId="33cd4617-8bc0-4a40-9c55-8328e74678ee" providerId="ADAL" clId="{68A49B02-76C1-4102-B2AC-8936AAB3BE82}" dt="2026-10-13T14:28:19.378" v="1071" actId="12"/>
        <pc:sldMkLst>
          <pc:docMk/>
          <pc:sldMk cId="1191975550" sldId="2147483328"/>
        </pc:sldMkLst>
        <pc:spChg chg="mod">
          <ac:chgData name="TRABELSI, Slim" userId="33cd4617-8bc0-4a40-9c55-8328e74678ee" providerId="ADAL" clId="{68A49B02-76C1-4102-B2AC-8936AAB3BE82}" dt="2026-10-13T14:28:19.378" v="1071" actId="12"/>
          <ac:spMkLst>
            <pc:docMk/>
            <pc:sldMk cId="1191975550" sldId="2147483328"/>
            <ac:spMk id="2" creationId="{E87F9211-C179-8491-3596-92444A308F94}"/>
          </ac:spMkLst>
        </pc:spChg>
        <pc:spChg chg="mod">
          <ac:chgData name="TRABELSI, Slim" userId="33cd4617-8bc0-4a40-9c55-8328e74678ee" providerId="ADAL" clId="{68A49B02-76C1-4102-B2AC-8936AAB3BE82}" dt="2026-10-13T14:28:02.782" v="1069" actId="20577"/>
          <ac:spMkLst>
            <pc:docMk/>
            <pc:sldMk cId="1191975550" sldId="2147483328"/>
            <ac:spMk id="3" creationId="{38AEC13A-2D45-DD81-AADB-8D08AC8832A1}"/>
          </ac:spMkLst>
        </pc:spChg>
      </pc:sldChg>
      <pc:sldChg chg="modSp new mod">
        <pc:chgData name="TRABELSI, Slim" userId="33cd4617-8bc0-4a40-9c55-8328e74678ee" providerId="ADAL" clId="{68A49B02-76C1-4102-B2AC-8936AAB3BE82}" dt="2026-10-13T14:30:59.830" v="1098"/>
        <pc:sldMkLst>
          <pc:docMk/>
          <pc:sldMk cId="2602846695" sldId="2147483329"/>
        </pc:sldMkLst>
        <pc:spChg chg="mod">
          <ac:chgData name="TRABELSI, Slim" userId="33cd4617-8bc0-4a40-9c55-8328e74678ee" providerId="ADAL" clId="{68A49B02-76C1-4102-B2AC-8936AAB3BE82}" dt="2026-10-13T14:30:59.830" v="1098"/>
          <ac:spMkLst>
            <pc:docMk/>
            <pc:sldMk cId="2602846695" sldId="2147483329"/>
            <ac:spMk id="2" creationId="{34586769-CB9D-329B-4A8A-391C81AEA1BC}"/>
          </ac:spMkLst>
        </pc:spChg>
        <pc:spChg chg="mod">
          <ac:chgData name="TRABELSI, Slim" userId="33cd4617-8bc0-4a40-9c55-8328e74678ee" providerId="ADAL" clId="{68A49B02-76C1-4102-B2AC-8936AAB3BE82}" dt="2026-10-13T14:29:27.910" v="1087" actId="207"/>
          <ac:spMkLst>
            <pc:docMk/>
            <pc:sldMk cId="2602846695" sldId="2147483329"/>
            <ac:spMk id="3" creationId="{52CC648A-30E9-6B11-D48B-2F984B77B0AC}"/>
          </ac:spMkLst>
        </pc:spChg>
      </pc:sldChg>
      <pc:sldChg chg="modSp add mod">
        <pc:chgData name="TRABELSI, Slim" userId="33cd4617-8bc0-4a40-9c55-8328e74678ee" providerId="ADAL" clId="{68A49B02-76C1-4102-B2AC-8936AAB3BE82}" dt="2026-10-13T14:31:54.078" v="1130" actId="20577"/>
        <pc:sldMkLst>
          <pc:docMk/>
          <pc:sldMk cId="2485767666" sldId="2147483330"/>
        </pc:sldMkLst>
        <pc:spChg chg="mod">
          <ac:chgData name="TRABELSI, Slim" userId="33cd4617-8bc0-4a40-9c55-8328e74678ee" providerId="ADAL" clId="{68A49B02-76C1-4102-B2AC-8936AAB3BE82}" dt="2026-10-13T14:31:54.078" v="1130" actId="20577"/>
          <ac:spMkLst>
            <pc:docMk/>
            <pc:sldMk cId="2485767666" sldId="2147483330"/>
            <ac:spMk id="2" creationId="{CB22D41C-A0C9-B138-ECB3-D29D9B3584D5}"/>
          </ac:spMkLst>
        </pc:spChg>
      </pc:sldChg>
      <pc:sldMasterChg chg="delSldLayout">
        <pc:chgData name="TRABELSI, Slim" userId="33cd4617-8bc0-4a40-9c55-8328e74678ee" providerId="ADAL" clId="{68A49B02-76C1-4102-B2AC-8936AAB3BE82}" dt="2026-10-13T14:33:35.426" v="1150" actId="47"/>
        <pc:sldMasterMkLst>
          <pc:docMk/>
          <pc:sldMasterMk cId="3408294523" sldId="2147483733"/>
        </pc:sldMasterMkLst>
        <pc:sldLayoutChg chg="del">
          <pc:chgData name="TRABELSI, Slim" userId="33cd4617-8bc0-4a40-9c55-8328e74678ee" providerId="ADAL" clId="{68A49B02-76C1-4102-B2AC-8936AAB3BE82}" dt="2026-10-13T14:33:35.426" v="1150" actId="47"/>
          <pc:sldLayoutMkLst>
            <pc:docMk/>
            <pc:sldMasterMk cId="3408294523" sldId="2147483733"/>
            <pc:sldLayoutMk cId="2865192501" sldId="214748384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brand.sap.com/" TargetMode="External"/><Relationship Id="rId2" Type="http://schemas.openxmlformats.org/officeDocument/2006/relationships/hyperlink" Target="https://brand.sap.com/media-library/index.html#/" TargetMode="External"/><Relationship Id="rId1" Type="http://schemas.openxmlformats.org/officeDocument/2006/relationships/slideMaster" Target="../slideMasters/slideMaster1.xml"/><Relationship Id="rId5" Type="http://schemas.openxmlformats.org/officeDocument/2006/relationships/hyperlink" Target="https://brand.sap.com/writing-assistant" TargetMode="External"/><Relationship Id="rId4" Type="http://schemas.openxmlformats.org/officeDocument/2006/relationships/hyperlink" Target="https://brand.sap.com/naming-center#/dashboard"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ROGRAM">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B522FD7-34BA-927B-D618-5CD508C33BD4}"/>
              </a:ext>
            </a:extLst>
          </p:cNvPr>
          <p:cNvSpPr>
            <a:spLocks noGrp="1"/>
          </p:cNvSpPr>
          <p:nvPr>
            <p:ph type="title" hasCustomPrompt="1"/>
          </p:nvPr>
        </p:nvSpPr>
        <p:spPr>
          <a:xfrm>
            <a:off x="503238" y="2706317"/>
            <a:ext cx="6146137"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5" name="Picture 8" descr="A black and white logo&#10;&#10;AI-generated content may be incorrect.">
            <a:extLst>
              <a:ext uri="{FF2B5EF4-FFF2-40B4-BE49-F238E27FC236}">
                <a16:creationId xmlns:a16="http://schemas.microsoft.com/office/drawing/2014/main" id="{4DFEDD09-89E3-C1C8-D68C-F1BA5CE2BE0D}"/>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7650" y="5994000"/>
            <a:ext cx="1769400" cy="360000"/>
          </a:xfrm>
          <a:prstGeom prst="rect">
            <a:avLst/>
          </a:prstGeom>
        </p:spPr>
      </p:pic>
      <p:sp>
        <p:nvSpPr>
          <p:cNvPr id="8" name="Text placeholder - column 1">
            <a:extLst>
              <a:ext uri="{FF2B5EF4-FFF2-40B4-BE49-F238E27FC236}">
                <a16:creationId xmlns:a16="http://schemas.microsoft.com/office/drawing/2014/main" id="{786EF529-E051-CFA5-5B3F-052C53E47E59}"/>
              </a:ext>
            </a:extLst>
          </p:cNvPr>
          <p:cNvSpPr>
            <a:spLocks noGrp="1"/>
          </p:cNvSpPr>
          <p:nvPr>
            <p:ph type="body" sz="quarter" idx="23" hasCustomPrompt="1"/>
          </p:nvPr>
        </p:nvSpPr>
        <p:spPr>
          <a:xfrm>
            <a:off x="503238"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9" name="Text placeholder - column 1">
            <a:extLst>
              <a:ext uri="{FF2B5EF4-FFF2-40B4-BE49-F238E27FC236}">
                <a16:creationId xmlns:a16="http://schemas.microsoft.com/office/drawing/2014/main" id="{AE6562C8-EA7A-7D19-DC5A-007433814CF0}"/>
              </a:ext>
            </a:extLst>
          </p:cNvPr>
          <p:cNvSpPr>
            <a:spLocks noGrp="1"/>
          </p:cNvSpPr>
          <p:nvPr>
            <p:ph type="body" sz="quarter" idx="25" hasCustomPrompt="1"/>
          </p:nvPr>
        </p:nvSpPr>
        <p:spPr>
          <a:xfrm>
            <a:off x="503238"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10" name="Grafik 9">
            <a:extLst>
              <a:ext uri="{FF2B5EF4-FFF2-40B4-BE49-F238E27FC236}">
                <a16:creationId xmlns:a16="http://schemas.microsoft.com/office/drawing/2014/main" id="{F57C2EE1-F4E5-7002-410A-84F69E97DC51}"/>
              </a:ext>
            </a:extLst>
          </p:cNvPr>
          <p:cNvPicPr>
            <a:picLocks noChangeAspect="1"/>
          </p:cNvPicPr>
          <p:nvPr userDrawn="1"/>
        </p:nvPicPr>
        <p:blipFill>
          <a:blip r:embed="rId4"/>
          <a:stretch>
            <a:fillRect/>
          </a:stretch>
        </p:blipFill>
        <p:spPr>
          <a:xfrm>
            <a:off x="504000" y="504000"/>
            <a:ext cx="1520190" cy="464058"/>
          </a:xfrm>
          <a:prstGeom prst="rect">
            <a:avLst/>
          </a:prstGeom>
        </p:spPr>
      </p:pic>
    </p:spTree>
    <p:extLst>
      <p:ext uri="{BB962C8B-B14F-4D97-AF65-F5344CB8AC3E}">
        <p14:creationId xmlns:p14="http://schemas.microsoft.com/office/powerpoint/2010/main" val="2616799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6146137"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pic>
        <p:nvPicPr>
          <p:cNvPr id="7" name="Picture 8" descr="A black and white logo&#10;&#10;AI-generated content may be incorrect.">
            <a:extLst>
              <a:ext uri="{FF2B5EF4-FFF2-40B4-BE49-F238E27FC236}">
                <a16:creationId xmlns:a16="http://schemas.microsoft.com/office/drawing/2014/main" id="{614C4CD1-CA16-667F-1324-FFDCB5364CC3}"/>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7650" y="5994000"/>
            <a:ext cx="1769400" cy="360000"/>
          </a:xfrm>
          <a:prstGeom prst="rect">
            <a:avLst/>
          </a:prstGeom>
        </p:spPr>
      </p:pic>
      <p:sp>
        <p:nvSpPr>
          <p:cNvPr id="13" name="Text placeholder - column 1">
            <a:extLst>
              <a:ext uri="{FF2B5EF4-FFF2-40B4-BE49-F238E27FC236}">
                <a16:creationId xmlns:a16="http://schemas.microsoft.com/office/drawing/2014/main" id="{9D147CEE-58B3-593B-5622-25B0A97FB79C}"/>
              </a:ext>
            </a:extLst>
          </p:cNvPr>
          <p:cNvSpPr>
            <a:spLocks noGrp="1"/>
          </p:cNvSpPr>
          <p:nvPr>
            <p:ph type="body" sz="quarter" idx="23" hasCustomPrompt="1"/>
          </p:nvPr>
        </p:nvSpPr>
        <p:spPr>
          <a:xfrm>
            <a:off x="503238"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14" name="Text placeholder - column 1">
            <a:extLst>
              <a:ext uri="{FF2B5EF4-FFF2-40B4-BE49-F238E27FC236}">
                <a16:creationId xmlns:a16="http://schemas.microsoft.com/office/drawing/2014/main" id="{21376C50-27A5-3F57-3C0C-65BF638BF487}"/>
              </a:ext>
            </a:extLst>
          </p:cNvPr>
          <p:cNvSpPr>
            <a:spLocks noGrp="1"/>
          </p:cNvSpPr>
          <p:nvPr>
            <p:ph type="body" sz="quarter" idx="25" hasCustomPrompt="1"/>
          </p:nvPr>
        </p:nvSpPr>
        <p:spPr>
          <a:xfrm>
            <a:off x="503238"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17" name="Grafik 16" descr="Ein Bild, das Kreativität enthält.&#10;&#10;KI-generierte Inhalte können fehlerhaft sein.">
            <a:extLst>
              <a:ext uri="{FF2B5EF4-FFF2-40B4-BE49-F238E27FC236}">
                <a16:creationId xmlns:a16="http://schemas.microsoft.com/office/drawing/2014/main" id="{E86B94FA-55E0-E124-51CC-F9DB00F4AEC6}"/>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5734456" y="1049819"/>
            <a:ext cx="914919" cy="899542"/>
          </a:xfrm>
          <a:prstGeom prst="rect">
            <a:avLst/>
          </a:prstGeom>
        </p:spPr>
      </p:pic>
      <p:pic>
        <p:nvPicPr>
          <p:cNvPr id="5" name="Grafik 4">
            <a:extLst>
              <a:ext uri="{FF2B5EF4-FFF2-40B4-BE49-F238E27FC236}">
                <a16:creationId xmlns:a16="http://schemas.microsoft.com/office/drawing/2014/main" id="{8A49BC91-D674-5C87-003F-88B6B2F6010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5571" y="4966284"/>
            <a:ext cx="1779235" cy="520947"/>
          </a:xfrm>
          <a:prstGeom prst="rect">
            <a:avLst/>
          </a:prstGeom>
        </p:spPr>
      </p:pic>
      <p:pic>
        <p:nvPicPr>
          <p:cNvPr id="10" name="Grafik 9">
            <a:extLst>
              <a:ext uri="{FF2B5EF4-FFF2-40B4-BE49-F238E27FC236}">
                <a16:creationId xmlns:a16="http://schemas.microsoft.com/office/drawing/2014/main" id="{61777F3A-13DE-2F3E-CADF-8DEFD30B5A7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H="1">
            <a:off x="959107" y="1708714"/>
            <a:ext cx="1478684" cy="432948"/>
          </a:xfrm>
          <a:prstGeom prst="rect">
            <a:avLst/>
          </a:prstGeom>
        </p:spPr>
      </p:pic>
      <p:pic>
        <p:nvPicPr>
          <p:cNvPr id="3" name="Grafik 2">
            <a:extLst>
              <a:ext uri="{FF2B5EF4-FFF2-40B4-BE49-F238E27FC236}">
                <a16:creationId xmlns:a16="http://schemas.microsoft.com/office/drawing/2014/main" id="{A4B81961-2AAD-F5C6-1C25-3BC153AE9A0F}"/>
              </a:ext>
            </a:extLst>
          </p:cNvPr>
          <p:cNvPicPr>
            <a:picLocks noChangeAspect="1"/>
          </p:cNvPicPr>
          <p:nvPr userDrawn="1"/>
        </p:nvPicPr>
        <p:blipFill>
          <a:blip r:embed="rId7"/>
          <a:stretch>
            <a:fillRect/>
          </a:stretch>
        </p:blipFill>
        <p:spPr>
          <a:xfrm>
            <a:off x="504000" y="504000"/>
            <a:ext cx="1520190" cy="464058"/>
          </a:xfrm>
          <a:prstGeom prst="rect">
            <a:avLst/>
          </a:prstGeom>
        </p:spPr>
      </p:pic>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dirty="0"/>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
        <p:nvSpPr>
          <p:cNvPr id="6" name="Slide number">
            <a:extLst>
              <a:ext uri="{FF2B5EF4-FFF2-40B4-BE49-F238E27FC236}">
                <a16:creationId xmlns:a16="http://schemas.microsoft.com/office/drawing/2014/main" id="{73B8396E-6011-3F08-15E2-C30BF2D37C7E}"/>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B">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Agenda title">
            <a:extLst>
              <a:ext uri="{FF2B5EF4-FFF2-40B4-BE49-F238E27FC236}">
                <a16:creationId xmlns:a16="http://schemas.microsoft.com/office/drawing/2014/main" id="{C76D203B-1FA5-4F78-E166-9F9D19E1C689}"/>
              </a:ext>
            </a:extLst>
          </p:cNvPr>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dirty="0"/>
              <a:t>Agenda</a:t>
            </a:r>
          </a:p>
        </p:txBody>
      </p:sp>
      <p:sp>
        <p:nvSpPr>
          <p:cNvPr id="3" name="Text placeholder">
            <a:extLst>
              <a:ext uri="{FF2B5EF4-FFF2-40B4-BE49-F238E27FC236}">
                <a16:creationId xmlns:a16="http://schemas.microsoft.com/office/drawing/2014/main" id="{603D31A1-860E-07F5-25F1-D60C2D4C3D2E}"/>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Tree>
    <p:extLst>
      <p:ext uri="{BB962C8B-B14F-4D97-AF65-F5344CB8AC3E}">
        <p14:creationId xmlns:p14="http://schemas.microsoft.com/office/powerpoint/2010/main" val="3659472321"/>
      </p:ext>
    </p:extLst>
  </p:cSld>
  <p:clrMapOvr>
    <a:masterClrMapping/>
  </p:clrMapOvr>
  <p:extLst>
    <p:ext uri="{DCECCB84-F9BA-43D5-87BE-67443E8EF086}">
      <p15:sldGuideLst xmlns:p15="http://schemas.microsoft.com/office/powerpoint/2012/main">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genda title">
            <a:extLst>
              <a:ext uri="{FF2B5EF4-FFF2-40B4-BE49-F238E27FC236}">
                <a16:creationId xmlns:a16="http://schemas.microsoft.com/office/drawing/2014/main" id="{C76D203B-1FA5-4F78-E166-9F9D19E1C689}"/>
              </a:ext>
            </a:extLst>
          </p:cNvPr>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dirty="0"/>
              <a:t>Agenda</a:t>
            </a:r>
          </a:p>
        </p:txBody>
      </p:sp>
      <p:sp>
        <p:nvSpPr>
          <p:cNvPr id="3" name="Text placeholder">
            <a:extLst>
              <a:ext uri="{FF2B5EF4-FFF2-40B4-BE49-F238E27FC236}">
                <a16:creationId xmlns:a16="http://schemas.microsoft.com/office/drawing/2014/main" id="{603D31A1-860E-07F5-25F1-D60C2D4C3D2E}"/>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dirty="0"/>
              <a:t>Agenda Item/Divider Headline</a:t>
            </a:r>
          </a:p>
        </p:txBody>
      </p:sp>
      <p:sp>
        <p:nvSpPr>
          <p:cNvPr id="4" name="Textfeld 3">
            <a:extLst>
              <a:ext uri="{FF2B5EF4-FFF2-40B4-BE49-F238E27FC236}">
                <a16:creationId xmlns:a16="http://schemas.microsoft.com/office/drawing/2014/main" id="{78FB4D86-827B-C955-467C-5E03B7722774}"/>
              </a:ext>
            </a:extLst>
          </p:cNvPr>
          <p:cNvSpPr txBox="1"/>
          <p:nvPr userDrawn="1"/>
        </p:nvSpPr>
        <p:spPr>
          <a:xfrm>
            <a:off x="10469366" y="482885"/>
            <a:ext cx="65" cy="215444"/>
          </a:xfrm>
          <a:prstGeom prst="rect">
            <a:avLst/>
          </a:prstGeom>
          <a:noFill/>
          <a:ln w="28575">
            <a:noFill/>
          </a:ln>
        </p:spPr>
        <p:txBody>
          <a:bodyPr wrap="none" lIns="0" tIns="0" rIns="0" bIns="0" rtlCol="0">
            <a:spAutoFit/>
          </a:bodyPr>
          <a:lstStyle/>
          <a:p>
            <a:pPr algn="l" fontAlgn="base">
              <a:spcBef>
                <a:spcPct val="50000"/>
              </a:spcBef>
              <a:spcAft>
                <a:spcPct val="0"/>
              </a:spcAft>
              <a:buClr>
                <a:schemeClr val="tx1"/>
              </a:buClr>
              <a:buSzPct val="100000"/>
            </a:pPr>
            <a:endParaRPr lang="de-DE" sz="1400" kern="0" err="1">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362092958"/>
      </p:ext>
    </p:extLst>
  </p:cSld>
  <p:clrMapOvr>
    <a:masterClrMapping/>
  </p:clrMapOvr>
  <p:extLst>
    <p:ext uri="{DCECCB84-F9BA-43D5-87BE-67443E8EF086}">
      <p15:sldGuideLst xmlns:p15="http://schemas.microsoft.com/office/powerpoint/2012/main">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age A">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Divider text">
            <a:extLst>
              <a:ext uri="{FF2B5EF4-FFF2-40B4-BE49-F238E27FC236}">
                <a16:creationId xmlns:a16="http://schemas.microsoft.com/office/drawing/2014/main" id="{C50D8627-0891-7011-51F9-5F0EFE3B3151}"/>
              </a:ext>
            </a:extLst>
          </p:cNvPr>
          <p:cNvSpPr>
            <a:spLocks noGrp="1"/>
          </p:cNvSpPr>
          <p:nvPr>
            <p:ph type="ctrTitle" hasCustomPrompt="1"/>
          </p:nvPr>
        </p:nvSpPr>
        <p:spPr bwMode="black">
          <a:xfrm>
            <a:off x="504000" y="2830265"/>
            <a:ext cx="7388249" cy="1197469"/>
          </a:xfrm>
        </p:spPr>
        <p:txBody>
          <a:bodyPr anchor="ctr" anchorCtr="0">
            <a:noAutofit/>
          </a:bodyPr>
          <a:lstStyle>
            <a:lvl1pPr>
              <a:defRPr sz="4400" b="0" i="0">
                <a:solidFill>
                  <a:schemeClr val="bg1"/>
                </a:solidFill>
                <a:latin typeface="72 Brand Medium" panose="020B0504030603020204" pitchFamily="34" charset="0"/>
              </a:defRPr>
            </a:lvl1pPr>
          </a:lstStyle>
          <a:p>
            <a:r>
              <a:rPr lang="en-US" dirty="0"/>
              <a:t>Divider page</a:t>
            </a:r>
            <a:endParaRPr lang="de-DE" dirty="0"/>
          </a:p>
        </p:txBody>
      </p:sp>
      <p:pic>
        <p:nvPicPr>
          <p:cNvPr id="7" name="Grafik 6">
            <a:extLst>
              <a:ext uri="{FF2B5EF4-FFF2-40B4-BE49-F238E27FC236}">
                <a16:creationId xmlns:a16="http://schemas.microsoft.com/office/drawing/2014/main" id="{96399E59-3AA9-5516-1877-1DD1610248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15571" y="4989239"/>
            <a:ext cx="1779235" cy="520947"/>
          </a:xfrm>
          <a:prstGeom prst="rect">
            <a:avLst/>
          </a:prstGeom>
        </p:spPr>
      </p:pic>
      <p:pic>
        <p:nvPicPr>
          <p:cNvPr id="8" name="Grafik 7">
            <a:extLst>
              <a:ext uri="{FF2B5EF4-FFF2-40B4-BE49-F238E27FC236}">
                <a16:creationId xmlns:a16="http://schemas.microsoft.com/office/drawing/2014/main" id="{04377FA5-352B-9632-FC21-3804CE9BDB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504000" y="1708714"/>
            <a:ext cx="1478684" cy="432948"/>
          </a:xfrm>
          <a:prstGeom prst="rect">
            <a:avLst/>
          </a:prstGeom>
        </p:spPr>
      </p:pic>
    </p:spTree>
    <p:extLst>
      <p:ext uri="{BB962C8B-B14F-4D97-AF65-F5344CB8AC3E}">
        <p14:creationId xmlns:p14="http://schemas.microsoft.com/office/powerpoint/2010/main" val="3240712998"/>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age B">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Divider text">
            <a:extLst>
              <a:ext uri="{FF2B5EF4-FFF2-40B4-BE49-F238E27FC236}">
                <a16:creationId xmlns:a16="http://schemas.microsoft.com/office/drawing/2014/main" id="{C50D8627-0891-7011-51F9-5F0EFE3B3151}"/>
              </a:ext>
            </a:extLst>
          </p:cNvPr>
          <p:cNvSpPr>
            <a:spLocks noGrp="1"/>
          </p:cNvSpPr>
          <p:nvPr>
            <p:ph type="ctrTitle" hasCustomPrompt="1"/>
          </p:nvPr>
        </p:nvSpPr>
        <p:spPr bwMode="black">
          <a:xfrm>
            <a:off x="504000" y="2830265"/>
            <a:ext cx="7388249" cy="1197469"/>
          </a:xfrm>
        </p:spPr>
        <p:txBody>
          <a:bodyPr anchor="ctr" anchorCtr="0">
            <a:noAutofit/>
          </a:bodyPr>
          <a:lstStyle>
            <a:lvl1pPr>
              <a:defRPr sz="4400" b="0" i="0">
                <a:solidFill>
                  <a:schemeClr val="bg1"/>
                </a:solidFill>
                <a:latin typeface="72 Brand Medium" panose="020B0504030603020204" pitchFamily="34" charset="0"/>
              </a:defRPr>
            </a:lvl1pPr>
          </a:lstStyle>
          <a:p>
            <a:r>
              <a:rPr lang="en-US" dirty="0"/>
              <a:t>Divider page</a:t>
            </a:r>
            <a:endParaRPr lang="de-DE" dirty="0"/>
          </a:p>
        </p:txBody>
      </p:sp>
      <p:pic>
        <p:nvPicPr>
          <p:cNvPr id="2" name="Grafik 1">
            <a:extLst>
              <a:ext uri="{FF2B5EF4-FFF2-40B4-BE49-F238E27FC236}">
                <a16:creationId xmlns:a16="http://schemas.microsoft.com/office/drawing/2014/main" id="{FFBD5D76-9B94-60DF-FE99-EC16000CA6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4337374" y="5930411"/>
            <a:ext cx="1478684" cy="432948"/>
          </a:xfrm>
          <a:prstGeom prst="rect">
            <a:avLst/>
          </a:prstGeom>
        </p:spPr>
      </p:pic>
    </p:spTree>
    <p:extLst>
      <p:ext uri="{BB962C8B-B14F-4D97-AF65-F5344CB8AC3E}">
        <p14:creationId xmlns:p14="http://schemas.microsoft.com/office/powerpoint/2010/main" val="2010459447"/>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pecial">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677784"/>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4" orient="horz" pos="865">
          <p15:clr>
            <a:srgbClr val="FBAE40"/>
          </p15:clr>
        </p15:guide>
        <p15:guide id="5" orient="horz" pos="129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image, text 2">
    <p:bg>
      <p:bgPr>
        <a:solidFill>
          <a:schemeClr val="bg1"/>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DF24811-363C-F655-8415-4749FBA82319}"/>
              </a:ext>
            </a:extLst>
          </p:cNvPr>
          <p:cNvSpPr>
            <a:spLocks noGrp="1"/>
          </p:cNvSpPr>
          <p:nvPr>
            <p:ph type="title" hasCustomPrompt="1"/>
          </p:nvPr>
        </p:nvSpPr>
        <p:spPr>
          <a:xfrm>
            <a:off x="504001" y="504000"/>
            <a:ext cx="11183174" cy="369332"/>
          </a:xfrm>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
        <p:nvSpPr>
          <p:cNvPr id="4" name="Text placeholder - column 2">
            <a:extLst>
              <a:ext uri="{FF2B5EF4-FFF2-40B4-BE49-F238E27FC236}">
                <a16:creationId xmlns:a16="http://schemas.microsoft.com/office/drawing/2014/main" id="{415C8346-21F7-9DA9-BFAA-30D09B4475A7}"/>
              </a:ext>
            </a:extLst>
          </p:cNvPr>
          <p:cNvSpPr>
            <a:spLocks noGrp="1"/>
          </p:cNvSpPr>
          <p:nvPr>
            <p:ph type="body" sz="quarter" idx="11" hasCustomPrompt="1"/>
          </p:nvPr>
        </p:nvSpPr>
        <p:spPr>
          <a:xfrm>
            <a:off x="6544333" y="1888442"/>
            <a:ext cx="4924337" cy="4228051"/>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a:extLst>
              <a:ext uri="{FF2B5EF4-FFF2-40B4-BE49-F238E27FC236}">
                <a16:creationId xmlns:a16="http://schemas.microsoft.com/office/drawing/2014/main" id="{C7FDD697-9424-953C-44AF-986203176840}"/>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8" name="Bildplatzhalter 6">
            <a:extLst>
              <a:ext uri="{FF2B5EF4-FFF2-40B4-BE49-F238E27FC236}">
                <a16:creationId xmlns:a16="http://schemas.microsoft.com/office/drawing/2014/main" id="{E28D954A-5A56-90C8-6DC3-DCB2DCA29C4C}"/>
              </a:ext>
            </a:extLst>
          </p:cNvPr>
          <p:cNvSpPr>
            <a:spLocks noGrp="1"/>
          </p:cNvSpPr>
          <p:nvPr>
            <p:ph type="pic" sz="quarter" idx="12"/>
          </p:nvPr>
        </p:nvSpPr>
        <p:spPr>
          <a:xfrm>
            <a:off x="503238" y="1557337"/>
            <a:ext cx="5465762" cy="4795837"/>
          </a:xfrm>
          <a:prstGeom prst="roundRect">
            <a:avLst>
              <a:gd name="adj" fmla="val 6689"/>
            </a:avLst>
          </a:prstGeom>
        </p:spPr>
        <p:txBody>
          <a:bodyPr/>
          <a:lstStyle/>
          <a:p>
            <a:r>
              <a:rPr lang="en-US"/>
              <a:t>Click icon to add picture</a:t>
            </a:r>
            <a:endParaRPr lang="de-DE"/>
          </a:p>
        </p:txBody>
      </p:sp>
    </p:spTree>
    <p:extLst>
      <p:ext uri="{BB962C8B-B14F-4D97-AF65-F5344CB8AC3E}">
        <p14:creationId xmlns:p14="http://schemas.microsoft.com/office/powerpoint/2010/main" val="2655003572"/>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5" orient="horz" pos="129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3C19B51F-E605-CD11-8911-4AE4E40AA5D7}"/>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3158288816"/>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line,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dirty="0"/>
              <a:t>Start typing to add text without a bullet point. To add a bullet point, place the cursor at the start of this line and press tab.</a:t>
            </a:r>
            <a:endParaRPr lang="en-US" noProof="0"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000FB2C0-3A70-0145-5278-16836077950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4" orient="horz" pos="318" userDrawn="1">
          <p15:clr>
            <a:srgbClr val="FBAE40"/>
          </p15:clr>
        </p15:guide>
        <p15:guide id="5" orient="horz" pos="5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FEB1528E-7FDA-B8F1-2A84-B2BDEE108625}"/>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line,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Slide number">
            <a:extLst>
              <a:ext uri="{FF2B5EF4-FFF2-40B4-BE49-F238E27FC236}">
                <a16:creationId xmlns:a16="http://schemas.microsoft.com/office/drawing/2014/main" id="{9876B324-50CA-1AEB-C3AC-95B7A65BDFA8}"/>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image, text: 2 column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232592E4-804C-3253-1068-933C4F72DF74}"/>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5" orient="horz" pos="2750" userDrawn="1">
          <p15:clr>
            <a:srgbClr val="FBAE40"/>
          </p15:clr>
        </p15:guide>
        <p15:guide id="6" orient="horz" pos="300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line, image, text: 3 column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EDC2A50B-84CE-588D-BC0D-03AC792760D2}"/>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10" orient="horz" pos="2428" userDrawn="1">
          <p15:clr>
            <a:srgbClr val="FBAE40"/>
          </p15:clr>
        </p15:guide>
        <p15:guide id="11" orient="horz" pos="2743"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image, text: 4 column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4" name="Slide number">
            <a:extLst>
              <a:ext uri="{FF2B5EF4-FFF2-40B4-BE49-F238E27FC236}">
                <a16:creationId xmlns:a16="http://schemas.microsoft.com/office/drawing/2014/main" id="{12401F1F-FF79-001F-ABCA-4DFC3B4530EE}"/>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5" orient="horz" pos="2160" userDrawn="1">
          <p15:clr>
            <a:srgbClr val="FBAE40"/>
          </p15:clr>
        </p15:guide>
        <p15:guide id="6" orient="horz" pos="244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text,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0" y="504000"/>
            <a:ext cx="7371589"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4" pos="5111" userDrawn="1">
          <p15:clr>
            <a:srgbClr val="FBAE40"/>
          </p15:clr>
        </p15:guide>
        <p15:guide id="5" orient="horz" pos="317" userDrawn="1">
          <p15:clr>
            <a:srgbClr val="FBAE40"/>
          </p15:clr>
        </p15:guide>
        <p15:guide id="6" orient="horz" pos="55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2" name="Slide number">
            <a:extLst>
              <a:ext uri="{FF2B5EF4-FFF2-40B4-BE49-F238E27FC236}">
                <a16:creationId xmlns:a16="http://schemas.microsoft.com/office/drawing/2014/main" id="{453B90D7-F65B-FA3E-37CD-D51694E3DEAC}"/>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4139791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text, image">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2" name="Slide number">
            <a:extLst>
              <a:ext uri="{FF2B5EF4-FFF2-40B4-BE49-F238E27FC236}">
                <a16:creationId xmlns:a16="http://schemas.microsoft.com/office/drawing/2014/main" id="{5E84DBC1-090A-95E1-74B7-FAD0D3E09967}"/>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adline,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1509204"/>
            <a:ext cx="9282112" cy="3103520"/>
          </a:xfrm>
        </p:spPr>
        <p:txBody>
          <a:bodyPr anchor="b" anchorCtr="0">
            <a:noAutofit/>
          </a:bodyPr>
          <a:lstStyle>
            <a:lvl1pPr>
              <a:lnSpc>
                <a:spcPct val="10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“Add Quote. </a:t>
            </a:r>
            <a:r>
              <a:rPr lang="en-GB"/>
              <a:t>Lorem ipsum </a:t>
            </a:r>
            <a:r>
              <a:rPr lang="en-GB" err="1"/>
              <a:t>dolor</a:t>
            </a:r>
            <a:r>
              <a:rPr lang="en-GB"/>
              <a:t> sit </a:t>
            </a:r>
            <a:r>
              <a:rPr lang="en-GB" err="1"/>
              <a:t>amet</a:t>
            </a:r>
            <a:r>
              <a:rPr lang="en-GB"/>
              <a:t>, </a:t>
            </a:r>
            <a:r>
              <a:rPr lang="en-GB" err="1"/>
              <a:t>consetetur</a:t>
            </a:r>
            <a:r>
              <a:rPr lang="en-GB"/>
              <a:t> </a:t>
            </a:r>
            <a:r>
              <a:rPr lang="en-GB" err="1"/>
              <a:t>tempor</a:t>
            </a:r>
            <a:r>
              <a:rPr lang="en-GB"/>
              <a:t> </a:t>
            </a:r>
            <a:r>
              <a:rPr lang="en-GB" err="1"/>
              <a:t>sadipscing</a:t>
            </a:r>
            <a:r>
              <a:rPr lang="en-GB"/>
              <a:t> </a:t>
            </a:r>
            <a:r>
              <a:rPr lang="en-GB" err="1"/>
              <a:t>elitr</a:t>
            </a:r>
            <a:r>
              <a:rPr lang="en-GB"/>
              <a:t>, </a:t>
            </a:r>
            <a:r>
              <a:rPr lang="en-GB" err="1"/>
              <a:t>sed</a:t>
            </a:r>
            <a:r>
              <a:rPr lang="en-GB"/>
              <a:t> </a:t>
            </a:r>
            <a:r>
              <a:rPr lang="en-GB" err="1"/>
              <a:t>diam</a:t>
            </a:r>
            <a:r>
              <a:rPr lang="en-GB"/>
              <a:t> </a:t>
            </a:r>
            <a:r>
              <a:rPr lang="en-GB" err="1"/>
              <a:t>nonumy</a:t>
            </a:r>
            <a:r>
              <a:rPr lang="en-GB"/>
              <a:t> </a:t>
            </a:r>
            <a:r>
              <a:rPr lang="en-GB" err="1"/>
              <a:t>eirmod</a:t>
            </a:r>
            <a:r>
              <a:rPr lang="en-GB"/>
              <a:t> </a:t>
            </a:r>
            <a:r>
              <a:rPr lang="en-GB" err="1"/>
              <a:t>tempor</a:t>
            </a:r>
            <a:r>
              <a:rPr lang="en-GB"/>
              <a:t> </a:t>
            </a:r>
            <a:r>
              <a:rPr lang="en-GB" err="1"/>
              <a:t>invidunt.</a:t>
            </a:r>
            <a:r>
              <a:rPr lang="en-US" dirty="0"/>
              <a:t>”</a:t>
            </a:r>
            <a:endParaRPr lang="de-DE" sz="3600" kern="0" dirty="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1455738" y="4956960"/>
            <a:ext cx="9282112" cy="520700"/>
          </a:xfrm>
        </p:spPr>
        <p:txBody>
          <a:bodyPr/>
          <a:lstStyle>
            <a:lvl1pPr>
              <a:defRPr sz="1400">
                <a:solidFill>
                  <a:schemeClr val="bg1"/>
                </a:solidFill>
              </a:defRPr>
            </a:lvl1pPr>
          </a:lstStyle>
          <a:p>
            <a:pPr lvl="0"/>
            <a:r>
              <a:rPr lang="en-GB" dirty="0"/>
              <a:t>Speaker,</a:t>
            </a:r>
          </a:p>
          <a:p>
            <a:pPr lvl="0"/>
            <a:r>
              <a:rPr lang="en-GB" dirty="0"/>
              <a:t>Company, Role</a:t>
            </a:r>
            <a:endParaRPr lang="en-DE" dirty="0"/>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4" name="Grafik 3">
            <a:extLst>
              <a:ext uri="{FF2B5EF4-FFF2-40B4-BE49-F238E27FC236}">
                <a16:creationId xmlns:a16="http://schemas.microsoft.com/office/drawing/2014/main" id="{EEE0764F-F0E6-FCF5-6C3D-B8A4EF090AC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4337374" y="5842412"/>
            <a:ext cx="1779235" cy="520947"/>
          </a:xfrm>
          <a:prstGeom prst="rect">
            <a:avLst/>
          </a:prstGeom>
        </p:spPr>
      </p:pic>
    </p:spTree>
    <p:extLst>
      <p:ext uri="{BB962C8B-B14F-4D97-AF65-F5344CB8AC3E}">
        <p14:creationId xmlns:p14="http://schemas.microsoft.com/office/powerpoint/2010/main" val="276870121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userDrawn="1">
          <p15:clr>
            <a:srgbClr val="FBAE40"/>
          </p15:clr>
        </p15:guide>
        <p15:guide id="8" orient="horz" pos="323" userDrawn="1">
          <p15:clr>
            <a:srgbClr val="FBAE40"/>
          </p15:clr>
        </p15:guide>
        <p15:guide id="9" orient="horz" pos="55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 &amp; A">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What’s on your mind?</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bg1"/>
                </a:solidFill>
              </a:defRPr>
            </a:lvl1pPr>
            <a:lvl5pPr>
              <a:defRPr/>
            </a:lvl5pPr>
          </a:lstStyle>
          <a:p>
            <a:pPr lvl="0"/>
            <a:r>
              <a:rPr lang="en-GB" dirty="0"/>
              <a:t>You ask, we answer.</a:t>
            </a:r>
          </a:p>
        </p:txBody>
      </p:sp>
    </p:spTree>
    <p:extLst>
      <p:ext uri="{BB962C8B-B14F-4D97-AF65-F5344CB8AC3E}">
        <p14:creationId xmlns:p14="http://schemas.microsoft.com/office/powerpoint/2010/main" val="1108744589"/>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userDrawn="1">
          <p15:clr>
            <a:srgbClr val="FBAE40"/>
          </p15:clr>
        </p15:guide>
        <p15:guide id="8" orient="horz" pos="323">
          <p15:clr>
            <a:srgbClr val="FBAE40"/>
          </p15:clr>
        </p15:guide>
        <p15:guide id="9" orient="horz" pos="55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r:embed="rId2" cstate="screen">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260842"/>
            <a:ext cx="6704011" cy="92333"/>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dirty="0">
                <a:solidFill>
                  <a:srgbClr val="A9B4BE"/>
                </a:solidFill>
                <a:latin typeface="72 Brand" panose="020B0504030603020204" pitchFamily="34" charset="0"/>
                <a:cs typeface="Arial" panose="020B0604020202020204" pitchFamily="34" charset="0"/>
              </a:rPr>
              <a:t>© 2026</a:t>
            </a:r>
            <a:r>
              <a:rPr lang="en-GB" dirty="0">
                <a:solidFill>
                  <a:srgbClr val="A9B4BE"/>
                </a:solidFill>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dirty="0">
              <a:solidFill>
                <a:srgbClr val="A9B4BE"/>
              </a:solidFill>
              <a:latin typeface="72 Brand" panose="020B0504030603020204" pitchFamily="34" charset="0"/>
              <a:cs typeface="Arial" panose="020B0604020202020204" pitchFamily="34" charset="0"/>
            </a:endParaRPr>
          </a:p>
        </p:txBody>
      </p:sp>
      <p:pic>
        <p:nvPicPr>
          <p:cNvPr id="8" name="LogoBlue-Dynamic" descr="{&quot;templafy&quot;:{&quot;id&quot;:&quot;90617327-e095-4f73-96d6-9f57f603f71c&quot;}}">
            <a:extLst>
              <a:ext uri="{FF2B5EF4-FFF2-40B4-BE49-F238E27FC236}">
                <a16:creationId xmlns:a16="http://schemas.microsoft.com/office/drawing/2014/main" id="{380C8CE1-5F08-0496-C85F-7E8DEB4E9536}"/>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4000" y="5665526"/>
            <a:ext cx="727192" cy="360000"/>
          </a:xfrm>
          <a:prstGeom prst="rect">
            <a:avLst/>
          </a:prstGeom>
        </p:spPr>
      </p:pic>
      <p:pic>
        <p:nvPicPr>
          <p:cNvPr id="6" name="Grafik 5">
            <a:extLst>
              <a:ext uri="{FF2B5EF4-FFF2-40B4-BE49-F238E27FC236}">
                <a16:creationId xmlns:a16="http://schemas.microsoft.com/office/drawing/2014/main" id="{0BE0289D-AD57-A93E-42DC-0CF0C908AD65}"/>
              </a:ext>
            </a:extLst>
          </p:cNvPr>
          <p:cNvPicPr>
            <a:picLocks noChangeAspect="1"/>
          </p:cNvPicPr>
          <p:nvPr userDrawn="1"/>
        </p:nvPicPr>
        <p:blipFill>
          <a:blip r:embed="rId4"/>
          <a:stretch>
            <a:fillRect/>
          </a:stretch>
        </p:blipFill>
        <p:spPr>
          <a:xfrm>
            <a:off x="3179920" y="3255555"/>
            <a:ext cx="5835333" cy="1065113"/>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2" orient="horz" pos="970" userDrawn="1">
          <p15:clr>
            <a:srgbClr val="FBAE40"/>
          </p15:clr>
        </p15:guide>
        <p15:guide id="4" orient="horz" pos="183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extLst>
              <a:ext uri="{28A0092B-C50C-407E-A947-70E740481C1C}">
                <a14:useLocalDpi xmlns:a14="http://schemas.microsoft.com/office/drawing/2010/main" val="0"/>
              </a:ext>
            </a:extLst>
          </a:blip>
          <a:srcRect b="-57173"/>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13 October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1" cstate="screen">
              <a:extLst>
                <a:ext uri="{28A0092B-C50C-407E-A947-70E740481C1C}">
                  <a14:useLocalDpi xmlns:a14="http://schemas.microsoft.com/office/drawing/2010/main" val="0"/>
                </a:ext>
              </a:extLst>
            </a:blip>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229878" y="1718612"/>
            <a:ext cx="372718" cy="501344"/>
          </a:xfrm>
          <a:prstGeom prst="rect">
            <a:avLst/>
          </a:prstGeom>
        </p:spPr>
      </p:pic>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4" cstate="screen">
            <a:extLst>
              <a:ext uri="{28A0092B-C50C-407E-A947-70E740481C1C}">
                <a14:useLocalDpi xmlns:a14="http://schemas.microsoft.com/office/drawing/2010/main" val="0"/>
              </a:ext>
            </a:extLst>
          </a:blip>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40021088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13 October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1886639"/>
            <a:ext cx="2607498" cy="1477328"/>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Download and request licensed and approved photographs, videos, pictograms, icons, and sounds for use in SAP </a:t>
            </a:r>
            <a:br>
              <a:rPr lang="en-US" sz="1600">
                <a:latin typeface="72 Brand" panose="020B0504030603020204" pitchFamily="34" charset="0"/>
              </a:rPr>
            </a:br>
            <a:r>
              <a:rPr lang="en-US" sz="1600">
                <a:latin typeface="72 Brand" panose="020B0504030603020204" pitchFamily="34" charset="0"/>
              </a:rPr>
              <a:t>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3370839" y="1520825"/>
            <a:ext cx="1296830"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503238" y="1520825"/>
            <a:ext cx="570669"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1886639"/>
            <a:ext cx="2607498" cy="984885"/>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1865573"/>
            <a:ext cx="2607498" cy="1723549"/>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Learn how we name our offerings, review the naming process, and guidelines</a:t>
            </a:r>
          </a:p>
          <a:p>
            <a:pPr marL="0" indent="0" fontAlgn="base">
              <a:spcBef>
                <a:spcPct val="50000"/>
              </a:spcBef>
              <a:spcAft>
                <a:spcPct val="0"/>
              </a:spcAft>
              <a:buClr>
                <a:schemeClr val="tx1"/>
              </a:buClr>
              <a:buSzPct val="100000"/>
              <a:buFontTx/>
              <a:buNone/>
            </a:pPr>
            <a:r>
              <a:rPr lang="en-US" sz="1600">
                <a:latin typeface="72 Brand" panose="020B0504030603020204" pitchFamily="34" charset="0"/>
              </a:rPr>
              <a:t>Request a name</a:t>
            </a:r>
          </a:p>
          <a:p>
            <a:pPr marL="0" indent="0" fontAlgn="base">
              <a:spcBef>
                <a:spcPct val="50000"/>
              </a:spcBef>
              <a:spcAft>
                <a:spcPct val="0"/>
              </a:spcAft>
              <a:buClr>
                <a:schemeClr val="tx1"/>
              </a:buClr>
              <a:buSzPct val="100000"/>
              <a:buFontTx/>
              <a:buNone/>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218735" y="1520825"/>
            <a:ext cx="140743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075009" y="1520825"/>
            <a:ext cx="157254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1886639"/>
            <a:ext cx="2607498" cy="984885"/>
          </a:xfrm>
          <a:prstGeom prst="rect">
            <a:avLst/>
          </a:prstGeom>
          <a:noFill/>
        </p:spPr>
        <p:txBody>
          <a:bodyPr wrap="square" lIns="0" tIns="0" rIns="0" bIns="0" rtlCol="0">
            <a:spAutoFit/>
          </a:bodyPr>
          <a:lstStyle/>
          <a:p>
            <a:pPr marL="0" indent="0" fontAlgn="base">
              <a:spcBef>
                <a:spcPct val="50000"/>
              </a:spcBef>
              <a:spcAft>
                <a:spcPct val="0"/>
              </a:spcAft>
              <a:buClr>
                <a:schemeClr val="tx1"/>
              </a:buClr>
              <a:buSzPct val="100000"/>
              <a:buFontTx/>
              <a:buNone/>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sp>
        <p:nvSpPr>
          <p:cNvPr id="40" name="TextBox 39">
            <a:extLst>
              <a:ext uri="{FF2B5EF4-FFF2-40B4-BE49-F238E27FC236}">
                <a16:creationId xmlns:a16="http://schemas.microsoft.com/office/drawing/2014/main" id="{F3E3413D-190F-15AA-863F-0D61520E01E4}"/>
              </a:ext>
            </a:extLst>
          </p:cNvPr>
          <p:cNvSpPr txBox="1"/>
          <p:nvPr userDrawn="1"/>
        </p:nvSpPr>
        <p:spPr>
          <a:xfrm>
            <a:off x="504001" y="4839583"/>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391560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2"/>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3904728"/>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3"/>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3896103"/>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4"/>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3891295"/>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5"/>
              </a:rPr>
              <a:t>Writing </a:t>
            </a:r>
            <a:r>
              <a:rPr lang="en-US" sz="1400" err="1">
                <a:latin typeface="72 Brand" panose="020B0504030603020204" pitchFamily="34" charset="0"/>
                <a:hlinkClick r:id="rId5"/>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1670734649"/>
      </p:ext>
    </p:extLst>
  </p:cSld>
  <p:clrMapOvr>
    <a:masterClrMapping/>
  </p:clrMapOvr>
  <p:extLst>
    <p:ext uri="{DCECCB84-F9BA-43D5-87BE-67443E8EF086}">
      <p15:sldGuideLst xmlns:p15="http://schemas.microsoft.com/office/powerpoint/2012/main">
        <p15:guide id="1" orient="horz" pos="958" userDrawn="1">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92.xml"/><Relationship Id="rId21" Type="http://schemas.openxmlformats.org/officeDocument/2006/relationships/slideLayout" Target="../slideLayouts/slideLayout21.xml"/><Relationship Id="rId42" Type="http://schemas.openxmlformats.org/officeDocument/2006/relationships/tags" Target="../tags/tag17.xml"/><Relationship Id="rId63" Type="http://schemas.openxmlformats.org/officeDocument/2006/relationships/tags" Target="../tags/tag38.xml"/><Relationship Id="rId84" Type="http://schemas.openxmlformats.org/officeDocument/2006/relationships/tags" Target="../tags/tag59.xml"/><Relationship Id="rId138" Type="http://schemas.openxmlformats.org/officeDocument/2006/relationships/tags" Target="../tags/tag113.xml"/><Relationship Id="rId107" Type="http://schemas.openxmlformats.org/officeDocument/2006/relationships/tags" Target="../tags/tag82.xml"/><Relationship Id="rId11" Type="http://schemas.openxmlformats.org/officeDocument/2006/relationships/slideLayout" Target="../slideLayouts/slideLayout11.xml"/><Relationship Id="rId32" Type="http://schemas.openxmlformats.org/officeDocument/2006/relationships/tags" Target="../tags/tag7.xml"/><Relationship Id="rId53" Type="http://schemas.openxmlformats.org/officeDocument/2006/relationships/tags" Target="../tags/tag28.xml"/><Relationship Id="rId74" Type="http://schemas.openxmlformats.org/officeDocument/2006/relationships/tags" Target="../tags/tag49.xml"/><Relationship Id="rId128" Type="http://schemas.openxmlformats.org/officeDocument/2006/relationships/tags" Target="../tags/tag103.xml"/><Relationship Id="rId149" Type="http://schemas.openxmlformats.org/officeDocument/2006/relationships/tags" Target="../tags/tag124.xml"/><Relationship Id="rId5" Type="http://schemas.openxmlformats.org/officeDocument/2006/relationships/slideLayout" Target="../slideLayouts/slideLayout5.xml"/><Relationship Id="rId95" Type="http://schemas.openxmlformats.org/officeDocument/2006/relationships/tags" Target="../tags/tag70.xml"/><Relationship Id="rId22" Type="http://schemas.openxmlformats.org/officeDocument/2006/relationships/slideLayout" Target="../slideLayouts/slideLayout22.xml"/><Relationship Id="rId27" Type="http://schemas.openxmlformats.org/officeDocument/2006/relationships/tags" Target="../tags/tag2.xml"/><Relationship Id="rId43" Type="http://schemas.openxmlformats.org/officeDocument/2006/relationships/tags" Target="../tags/tag18.xml"/><Relationship Id="rId48" Type="http://schemas.openxmlformats.org/officeDocument/2006/relationships/tags" Target="../tags/tag23.xml"/><Relationship Id="rId64" Type="http://schemas.openxmlformats.org/officeDocument/2006/relationships/tags" Target="../tags/tag39.xml"/><Relationship Id="rId69" Type="http://schemas.openxmlformats.org/officeDocument/2006/relationships/tags" Target="../tags/tag44.xml"/><Relationship Id="rId113" Type="http://schemas.openxmlformats.org/officeDocument/2006/relationships/tags" Target="../tags/tag88.xml"/><Relationship Id="rId118" Type="http://schemas.openxmlformats.org/officeDocument/2006/relationships/tags" Target="../tags/tag93.xml"/><Relationship Id="rId134" Type="http://schemas.openxmlformats.org/officeDocument/2006/relationships/tags" Target="../tags/tag109.xml"/><Relationship Id="rId139" Type="http://schemas.openxmlformats.org/officeDocument/2006/relationships/tags" Target="../tags/tag114.xml"/><Relationship Id="rId80" Type="http://schemas.openxmlformats.org/officeDocument/2006/relationships/tags" Target="../tags/tag55.xml"/><Relationship Id="rId85" Type="http://schemas.openxmlformats.org/officeDocument/2006/relationships/tags" Target="../tags/tag6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8.xml"/><Relationship Id="rId38" Type="http://schemas.openxmlformats.org/officeDocument/2006/relationships/tags" Target="../tags/tag13.xml"/><Relationship Id="rId59" Type="http://schemas.openxmlformats.org/officeDocument/2006/relationships/tags" Target="../tags/tag34.xml"/><Relationship Id="rId103" Type="http://schemas.openxmlformats.org/officeDocument/2006/relationships/tags" Target="../tags/tag78.xml"/><Relationship Id="rId108" Type="http://schemas.openxmlformats.org/officeDocument/2006/relationships/tags" Target="../tags/tag83.xml"/><Relationship Id="rId124" Type="http://schemas.openxmlformats.org/officeDocument/2006/relationships/tags" Target="../tags/tag99.xml"/><Relationship Id="rId129" Type="http://schemas.openxmlformats.org/officeDocument/2006/relationships/tags" Target="../tags/tag104.xml"/><Relationship Id="rId54" Type="http://schemas.openxmlformats.org/officeDocument/2006/relationships/tags" Target="../tags/tag29.xml"/><Relationship Id="rId70" Type="http://schemas.openxmlformats.org/officeDocument/2006/relationships/tags" Target="../tags/tag45.xml"/><Relationship Id="rId75" Type="http://schemas.openxmlformats.org/officeDocument/2006/relationships/tags" Target="../tags/tag50.xml"/><Relationship Id="rId91" Type="http://schemas.openxmlformats.org/officeDocument/2006/relationships/tags" Target="../tags/tag66.xml"/><Relationship Id="rId96" Type="http://schemas.openxmlformats.org/officeDocument/2006/relationships/tags" Target="../tags/tag71.xml"/><Relationship Id="rId140" Type="http://schemas.openxmlformats.org/officeDocument/2006/relationships/tags" Target="../tags/tag115.xml"/><Relationship Id="rId145" Type="http://schemas.openxmlformats.org/officeDocument/2006/relationships/tags" Target="../tags/tag12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tags" Target="../tags/tag3.xml"/><Relationship Id="rId49" Type="http://schemas.openxmlformats.org/officeDocument/2006/relationships/tags" Target="../tags/tag24.xml"/><Relationship Id="rId114" Type="http://schemas.openxmlformats.org/officeDocument/2006/relationships/tags" Target="../tags/tag89.xml"/><Relationship Id="rId119" Type="http://schemas.openxmlformats.org/officeDocument/2006/relationships/tags" Target="../tags/tag94.xml"/><Relationship Id="rId44" Type="http://schemas.openxmlformats.org/officeDocument/2006/relationships/tags" Target="../tags/tag19.xml"/><Relationship Id="rId60" Type="http://schemas.openxmlformats.org/officeDocument/2006/relationships/tags" Target="../tags/tag35.xml"/><Relationship Id="rId65" Type="http://schemas.openxmlformats.org/officeDocument/2006/relationships/tags" Target="../tags/tag40.xml"/><Relationship Id="rId81" Type="http://schemas.openxmlformats.org/officeDocument/2006/relationships/tags" Target="../tags/tag56.xml"/><Relationship Id="rId86" Type="http://schemas.openxmlformats.org/officeDocument/2006/relationships/tags" Target="../tags/tag61.xml"/><Relationship Id="rId130" Type="http://schemas.openxmlformats.org/officeDocument/2006/relationships/tags" Target="../tags/tag105.xml"/><Relationship Id="rId135" Type="http://schemas.openxmlformats.org/officeDocument/2006/relationships/tags" Target="../tags/tag110.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4.xml"/><Relationship Id="rId109" Type="http://schemas.openxmlformats.org/officeDocument/2006/relationships/tags" Target="../tags/tag84.xml"/><Relationship Id="rId34" Type="http://schemas.openxmlformats.org/officeDocument/2006/relationships/tags" Target="../tags/tag9.xml"/><Relationship Id="rId50" Type="http://schemas.openxmlformats.org/officeDocument/2006/relationships/tags" Target="../tags/tag25.xml"/><Relationship Id="rId55" Type="http://schemas.openxmlformats.org/officeDocument/2006/relationships/tags" Target="../tags/tag30.xml"/><Relationship Id="rId76" Type="http://schemas.openxmlformats.org/officeDocument/2006/relationships/tags" Target="../tags/tag51.xml"/><Relationship Id="rId97" Type="http://schemas.openxmlformats.org/officeDocument/2006/relationships/tags" Target="../tags/tag72.xml"/><Relationship Id="rId104" Type="http://schemas.openxmlformats.org/officeDocument/2006/relationships/tags" Target="../tags/tag79.xml"/><Relationship Id="rId120" Type="http://schemas.openxmlformats.org/officeDocument/2006/relationships/tags" Target="../tags/tag95.xml"/><Relationship Id="rId125" Type="http://schemas.openxmlformats.org/officeDocument/2006/relationships/tags" Target="../tags/tag100.xml"/><Relationship Id="rId141" Type="http://schemas.openxmlformats.org/officeDocument/2006/relationships/tags" Target="../tags/tag116.xml"/><Relationship Id="rId146" Type="http://schemas.openxmlformats.org/officeDocument/2006/relationships/tags" Target="../tags/tag121.xml"/><Relationship Id="rId7" Type="http://schemas.openxmlformats.org/officeDocument/2006/relationships/slideLayout" Target="../slideLayouts/slideLayout7.xml"/><Relationship Id="rId71" Type="http://schemas.openxmlformats.org/officeDocument/2006/relationships/tags" Target="../tags/tag46.xml"/><Relationship Id="rId92" Type="http://schemas.openxmlformats.org/officeDocument/2006/relationships/tags" Target="../tags/tag67.xml"/><Relationship Id="rId2" Type="http://schemas.openxmlformats.org/officeDocument/2006/relationships/slideLayout" Target="../slideLayouts/slideLayout2.xml"/><Relationship Id="rId29" Type="http://schemas.openxmlformats.org/officeDocument/2006/relationships/tags" Target="../tags/tag4.xml"/><Relationship Id="rId24" Type="http://schemas.openxmlformats.org/officeDocument/2006/relationships/slideLayout" Target="../slideLayouts/slideLayout24.xml"/><Relationship Id="rId40" Type="http://schemas.openxmlformats.org/officeDocument/2006/relationships/tags" Target="../tags/tag15.xml"/><Relationship Id="rId45" Type="http://schemas.openxmlformats.org/officeDocument/2006/relationships/tags" Target="../tags/tag20.xml"/><Relationship Id="rId66" Type="http://schemas.openxmlformats.org/officeDocument/2006/relationships/tags" Target="../tags/tag41.xml"/><Relationship Id="rId87" Type="http://schemas.openxmlformats.org/officeDocument/2006/relationships/tags" Target="../tags/tag62.xml"/><Relationship Id="rId110" Type="http://schemas.openxmlformats.org/officeDocument/2006/relationships/tags" Target="../tags/tag85.xml"/><Relationship Id="rId115" Type="http://schemas.openxmlformats.org/officeDocument/2006/relationships/tags" Target="../tags/tag90.xml"/><Relationship Id="rId131" Type="http://schemas.openxmlformats.org/officeDocument/2006/relationships/tags" Target="../tags/tag106.xml"/><Relationship Id="rId136" Type="http://schemas.openxmlformats.org/officeDocument/2006/relationships/tags" Target="../tags/tag111.xml"/><Relationship Id="rId61" Type="http://schemas.openxmlformats.org/officeDocument/2006/relationships/tags" Target="../tags/tag36.xml"/><Relationship Id="rId82" Type="http://schemas.openxmlformats.org/officeDocument/2006/relationships/tags" Target="../tags/tag57.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tags" Target="../tags/tag5.xml"/><Relationship Id="rId35" Type="http://schemas.openxmlformats.org/officeDocument/2006/relationships/tags" Target="../tags/tag10.xml"/><Relationship Id="rId56" Type="http://schemas.openxmlformats.org/officeDocument/2006/relationships/tags" Target="../tags/tag31.xml"/><Relationship Id="rId77" Type="http://schemas.openxmlformats.org/officeDocument/2006/relationships/tags" Target="../tags/tag52.xml"/><Relationship Id="rId100" Type="http://schemas.openxmlformats.org/officeDocument/2006/relationships/tags" Target="../tags/tag75.xml"/><Relationship Id="rId105" Type="http://schemas.openxmlformats.org/officeDocument/2006/relationships/tags" Target="../tags/tag80.xml"/><Relationship Id="rId126" Type="http://schemas.openxmlformats.org/officeDocument/2006/relationships/tags" Target="../tags/tag101.xml"/><Relationship Id="rId147" Type="http://schemas.openxmlformats.org/officeDocument/2006/relationships/tags" Target="../tags/tag122.xml"/><Relationship Id="rId8" Type="http://schemas.openxmlformats.org/officeDocument/2006/relationships/slideLayout" Target="../slideLayouts/slideLayout8.xml"/><Relationship Id="rId51" Type="http://schemas.openxmlformats.org/officeDocument/2006/relationships/tags" Target="../tags/tag26.xml"/><Relationship Id="rId72" Type="http://schemas.openxmlformats.org/officeDocument/2006/relationships/tags" Target="../tags/tag47.xml"/><Relationship Id="rId93" Type="http://schemas.openxmlformats.org/officeDocument/2006/relationships/tags" Target="../tags/tag68.xml"/><Relationship Id="rId98" Type="http://schemas.openxmlformats.org/officeDocument/2006/relationships/tags" Target="../tags/tag73.xml"/><Relationship Id="rId121" Type="http://schemas.openxmlformats.org/officeDocument/2006/relationships/tags" Target="../tags/tag96.xml"/><Relationship Id="rId142" Type="http://schemas.openxmlformats.org/officeDocument/2006/relationships/tags" Target="../tags/tag117.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21.xml"/><Relationship Id="rId67" Type="http://schemas.openxmlformats.org/officeDocument/2006/relationships/tags" Target="../tags/tag42.xml"/><Relationship Id="rId116" Type="http://schemas.openxmlformats.org/officeDocument/2006/relationships/tags" Target="../tags/tag91.xml"/><Relationship Id="rId137" Type="http://schemas.openxmlformats.org/officeDocument/2006/relationships/tags" Target="../tags/tag112.xml"/><Relationship Id="rId20" Type="http://schemas.openxmlformats.org/officeDocument/2006/relationships/slideLayout" Target="../slideLayouts/slideLayout20.xml"/><Relationship Id="rId41" Type="http://schemas.openxmlformats.org/officeDocument/2006/relationships/tags" Target="../tags/tag16.xml"/><Relationship Id="rId62" Type="http://schemas.openxmlformats.org/officeDocument/2006/relationships/tags" Target="../tags/tag37.xml"/><Relationship Id="rId83" Type="http://schemas.openxmlformats.org/officeDocument/2006/relationships/tags" Target="../tags/tag58.xml"/><Relationship Id="rId88" Type="http://schemas.openxmlformats.org/officeDocument/2006/relationships/tags" Target="../tags/tag63.xml"/><Relationship Id="rId111" Type="http://schemas.openxmlformats.org/officeDocument/2006/relationships/tags" Target="../tags/tag86.xml"/><Relationship Id="rId132" Type="http://schemas.openxmlformats.org/officeDocument/2006/relationships/tags" Target="../tags/tag107.xml"/><Relationship Id="rId15" Type="http://schemas.openxmlformats.org/officeDocument/2006/relationships/slideLayout" Target="../slideLayouts/slideLayout15.xml"/><Relationship Id="rId36" Type="http://schemas.openxmlformats.org/officeDocument/2006/relationships/tags" Target="../tags/tag11.xml"/><Relationship Id="rId57" Type="http://schemas.openxmlformats.org/officeDocument/2006/relationships/tags" Target="../tags/tag32.xml"/><Relationship Id="rId106" Type="http://schemas.openxmlformats.org/officeDocument/2006/relationships/tags" Target="../tags/tag81.xml"/><Relationship Id="rId127" Type="http://schemas.openxmlformats.org/officeDocument/2006/relationships/tags" Target="../tags/tag102.xml"/><Relationship Id="rId10" Type="http://schemas.openxmlformats.org/officeDocument/2006/relationships/slideLayout" Target="../slideLayouts/slideLayout10.xml"/><Relationship Id="rId31" Type="http://schemas.openxmlformats.org/officeDocument/2006/relationships/tags" Target="../tags/tag6.xml"/><Relationship Id="rId52" Type="http://schemas.openxmlformats.org/officeDocument/2006/relationships/tags" Target="../tags/tag27.xml"/><Relationship Id="rId73" Type="http://schemas.openxmlformats.org/officeDocument/2006/relationships/tags" Target="../tags/tag48.xml"/><Relationship Id="rId78" Type="http://schemas.openxmlformats.org/officeDocument/2006/relationships/tags" Target="../tags/tag53.xml"/><Relationship Id="rId94" Type="http://schemas.openxmlformats.org/officeDocument/2006/relationships/tags" Target="../tags/tag69.xml"/><Relationship Id="rId99" Type="http://schemas.openxmlformats.org/officeDocument/2006/relationships/tags" Target="../tags/tag74.xml"/><Relationship Id="rId101" Type="http://schemas.openxmlformats.org/officeDocument/2006/relationships/tags" Target="../tags/tag76.xml"/><Relationship Id="rId122" Type="http://schemas.openxmlformats.org/officeDocument/2006/relationships/tags" Target="../tags/tag97.xml"/><Relationship Id="rId143" Type="http://schemas.openxmlformats.org/officeDocument/2006/relationships/tags" Target="../tags/tag118.xml"/><Relationship Id="rId148" Type="http://schemas.openxmlformats.org/officeDocument/2006/relationships/tags" Target="../tags/tag12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47" Type="http://schemas.openxmlformats.org/officeDocument/2006/relationships/tags" Target="../tags/tag22.xml"/><Relationship Id="rId68" Type="http://schemas.openxmlformats.org/officeDocument/2006/relationships/tags" Target="../tags/tag43.xml"/><Relationship Id="rId89" Type="http://schemas.openxmlformats.org/officeDocument/2006/relationships/tags" Target="../tags/tag64.xml"/><Relationship Id="rId112" Type="http://schemas.openxmlformats.org/officeDocument/2006/relationships/tags" Target="../tags/tag87.xml"/><Relationship Id="rId133" Type="http://schemas.openxmlformats.org/officeDocument/2006/relationships/tags" Target="../tags/tag108.xml"/><Relationship Id="rId16" Type="http://schemas.openxmlformats.org/officeDocument/2006/relationships/slideLayout" Target="../slideLayouts/slideLayout16.xml"/><Relationship Id="rId37" Type="http://schemas.openxmlformats.org/officeDocument/2006/relationships/tags" Target="../tags/tag12.xml"/><Relationship Id="rId58" Type="http://schemas.openxmlformats.org/officeDocument/2006/relationships/tags" Target="../tags/tag33.xml"/><Relationship Id="rId79" Type="http://schemas.openxmlformats.org/officeDocument/2006/relationships/tags" Target="../tags/tag54.xml"/><Relationship Id="rId102" Type="http://schemas.openxmlformats.org/officeDocument/2006/relationships/tags" Target="../tags/tag77.xml"/><Relationship Id="rId123" Type="http://schemas.openxmlformats.org/officeDocument/2006/relationships/tags" Target="../tags/tag98.xml"/><Relationship Id="rId144" Type="http://schemas.openxmlformats.org/officeDocument/2006/relationships/tags" Target="../tags/tag119.xml"/><Relationship Id="rId90" Type="http://schemas.openxmlformats.org/officeDocument/2006/relationships/tags" Target="../tags/tag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dirty="0"/>
              <a:t>Start typing to add text</a:t>
            </a:r>
          </a:p>
          <a:p>
            <a:pPr lvl="1"/>
            <a:r>
              <a:rPr lang="en-US" dirty="0"/>
              <a:t>Level 2</a:t>
            </a:r>
          </a:p>
          <a:p>
            <a:pPr lvl="2"/>
            <a:r>
              <a:rPr lang="en-US" dirty="0"/>
              <a:t>Level 3</a:t>
            </a:r>
          </a:p>
          <a:p>
            <a:pPr lvl="3"/>
            <a:r>
              <a:rPr lang="en-US" dirty="0"/>
              <a:t>Level 4</a:t>
            </a:r>
          </a:p>
          <a:p>
            <a:pPr lvl="4"/>
            <a:r>
              <a:rPr lang="en-US" dirty="0"/>
              <a:t>Level 5</a:t>
            </a:r>
          </a:p>
          <a:p>
            <a:pPr lvl="5"/>
            <a:r>
              <a:rPr lang="en-US" dirty="0"/>
              <a:t>Level 6</a:t>
            </a:r>
          </a:p>
          <a:p>
            <a:pPr lvl="6"/>
            <a:r>
              <a:rPr lang="en-US" dirty="0"/>
              <a:t>Level 7</a:t>
            </a:r>
          </a:p>
          <a:p>
            <a:pPr lvl="7"/>
            <a:r>
              <a:rPr lang="en-US" dirty="0"/>
              <a:t>Level 8</a:t>
            </a:r>
          </a:p>
          <a:p>
            <a:pPr lvl="8"/>
            <a:r>
              <a:rPr lang="en-US" dirty="0"/>
              <a:t>Level 9</a:t>
            </a:r>
          </a:p>
          <a:p>
            <a:pPr lvl="0"/>
            <a:endParaRPr lang="en-US" noProof="0" dirty="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27"/>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4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28"/>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29"/>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2"/>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3"/>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4"/>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5"/>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0"/>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1"/>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2"/>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3"/>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4"/>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838" r:id="rId1"/>
    <p:sldLayoutId id="2147483780" r:id="rId2"/>
    <p:sldLayoutId id="2147483741" r:id="rId3"/>
    <p:sldLayoutId id="2147483832" r:id="rId4"/>
    <p:sldLayoutId id="2147483841" r:id="rId5"/>
    <p:sldLayoutId id="2147483837" r:id="rId6"/>
    <p:sldLayoutId id="2147483836" r:id="rId7"/>
    <p:sldLayoutId id="2147483834" r:id="rId8"/>
    <p:sldLayoutId id="2147483840" r:id="rId9"/>
    <p:sldLayoutId id="2147483812" r:id="rId10"/>
    <p:sldLayoutId id="2147483774" r:id="rId11"/>
    <p:sldLayoutId id="2147483745" r:id="rId12"/>
    <p:sldLayoutId id="2147483760" r:id="rId13"/>
    <p:sldLayoutId id="2147483768" r:id="rId14"/>
    <p:sldLayoutId id="2147483769" r:id="rId15"/>
    <p:sldLayoutId id="2147483770" r:id="rId16"/>
    <p:sldLayoutId id="2147483757" r:id="rId17"/>
    <p:sldLayoutId id="2147483771" r:id="rId18"/>
    <p:sldLayoutId id="2147483763" r:id="rId19"/>
    <p:sldLayoutId id="2147483751" r:id="rId20"/>
    <p:sldLayoutId id="2147483825" r:id="rId21"/>
    <p:sldLayoutId id="2147483826" r:id="rId22"/>
    <p:sldLayoutId id="2147483740" r:id="rId23"/>
    <p:sldLayoutId id="2147483824" r:id="rId24"/>
    <p:sldLayoutId id="2147483829" r:id="rId25"/>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userDrawn="1">
          <p15:clr>
            <a:srgbClr val="A4A4A4"/>
          </p15:clr>
        </p15:guide>
        <p15:guide id="2" pos="759" userDrawn="1">
          <p15:clr>
            <a:srgbClr val="A4A4A4"/>
          </p15:clr>
        </p15:guide>
        <p15:guide id="3" orient="horz" pos="317" userDrawn="1">
          <p15:clr>
            <a:srgbClr val="A4A4A4"/>
          </p15:clr>
        </p15:guide>
        <p15:guide id="4" orient="horz" pos="4002" userDrawn="1">
          <p15:clr>
            <a:srgbClr val="A4A4A4"/>
          </p15:clr>
        </p15:guide>
        <p15:guide id="5" pos="917" userDrawn="1">
          <p15:clr>
            <a:srgbClr val="A4A4A4"/>
          </p15:clr>
        </p15:guide>
        <p15:guide id="6" pos="1359" userDrawn="1">
          <p15:clr>
            <a:srgbClr val="A4A4A4"/>
          </p15:clr>
        </p15:guide>
        <p15:guide id="7" pos="1518" userDrawn="1">
          <p15:clr>
            <a:srgbClr val="A4A4A4"/>
          </p15:clr>
        </p15:guide>
        <p15:guide id="8" pos="1960" userDrawn="1">
          <p15:clr>
            <a:srgbClr val="A4A4A4"/>
          </p15:clr>
        </p15:guide>
        <p15:guide id="9" pos="2118" userDrawn="1">
          <p15:clr>
            <a:srgbClr val="A4A4A4"/>
          </p15:clr>
        </p15:guide>
        <p15:guide id="10" pos="2560" userDrawn="1">
          <p15:clr>
            <a:srgbClr val="A4A4A4"/>
          </p15:clr>
        </p15:guide>
        <p15:guide id="11" pos="2719" userDrawn="1">
          <p15:clr>
            <a:srgbClr val="A4A4A4"/>
          </p15:clr>
        </p15:guide>
        <p15:guide id="12" pos="3161" userDrawn="1">
          <p15:clr>
            <a:srgbClr val="A4A4A4"/>
          </p15:clr>
        </p15:guide>
        <p15:guide id="13" pos="3319" userDrawn="1">
          <p15:clr>
            <a:srgbClr val="A4A4A4"/>
          </p15:clr>
        </p15:guide>
        <p15:guide id="14" pos="3761" userDrawn="1">
          <p15:clr>
            <a:srgbClr val="A4A4A4"/>
          </p15:clr>
        </p15:guide>
        <p15:guide id="15" pos="3920" userDrawn="1">
          <p15:clr>
            <a:srgbClr val="A4A4A4"/>
          </p15:clr>
        </p15:guide>
        <p15:guide id="16" pos="4362" userDrawn="1">
          <p15:clr>
            <a:srgbClr val="A4A4A4"/>
          </p15:clr>
        </p15:guide>
        <p15:guide id="17" pos="4520" userDrawn="1">
          <p15:clr>
            <a:srgbClr val="A4A4A4"/>
          </p15:clr>
        </p15:guide>
        <p15:guide id="18" pos="4962" userDrawn="1">
          <p15:clr>
            <a:srgbClr val="A4A4A4"/>
          </p15:clr>
        </p15:guide>
        <p15:guide id="19" pos="5121" userDrawn="1">
          <p15:clr>
            <a:srgbClr val="A4A4A4"/>
          </p15:clr>
        </p15:guide>
        <p15:guide id="20" pos="5563" userDrawn="1">
          <p15:clr>
            <a:srgbClr val="A4A4A4"/>
          </p15:clr>
        </p15:guide>
        <p15:guide id="21" pos="5721" userDrawn="1">
          <p15:clr>
            <a:srgbClr val="A4A4A4"/>
          </p15:clr>
        </p15:guide>
        <p15:guide id="22" pos="6163" userDrawn="1">
          <p15:clr>
            <a:srgbClr val="A4A4A4"/>
          </p15:clr>
        </p15:guide>
        <p15:guide id="23" pos="6322" userDrawn="1">
          <p15:clr>
            <a:srgbClr val="A4A4A4"/>
          </p15:clr>
        </p15:guide>
        <p15:guide id="24" pos="6764" userDrawn="1">
          <p15:clr>
            <a:srgbClr val="A4A4A4"/>
          </p15:clr>
        </p15:guide>
        <p15:guide id="25" pos="6922" userDrawn="1">
          <p15:clr>
            <a:srgbClr val="A4A4A4"/>
          </p15:clr>
        </p15:guide>
        <p15:guide id="26" pos="7364" userDrawn="1">
          <p15:clr>
            <a:srgbClr val="A4A4A4"/>
          </p15:clr>
        </p15:guide>
        <p15:guide id="27" orient="horz" pos="98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hyperlink" Target="mailto:slim.trabelsi@sap.com" TargetMode="Externa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9A1D2D-449D-5527-CBE4-9779210CAE80}"/>
              </a:ext>
            </a:extLst>
          </p:cNvPr>
          <p:cNvSpPr>
            <a:spLocks noGrp="1"/>
          </p:cNvSpPr>
          <p:nvPr>
            <p:ph type="title"/>
          </p:nvPr>
        </p:nvSpPr>
        <p:spPr>
          <a:xfrm>
            <a:off x="503238" y="2706317"/>
            <a:ext cx="6860088" cy="997196"/>
          </a:xfrm>
        </p:spPr>
        <p:txBody>
          <a:bodyPr/>
          <a:lstStyle/>
          <a:p>
            <a:r>
              <a:rPr lang="en-US" noProof="1"/>
              <a:t>XP160 - Enhancing cyber resilience through AI-enabled tabletop exercises</a:t>
            </a:r>
          </a:p>
        </p:txBody>
      </p:sp>
      <p:sp>
        <p:nvSpPr>
          <p:cNvPr id="3" name="Textplatzhalter 2">
            <a:extLst>
              <a:ext uri="{FF2B5EF4-FFF2-40B4-BE49-F238E27FC236}">
                <a16:creationId xmlns:a16="http://schemas.microsoft.com/office/drawing/2014/main" id="{5F14DABF-B984-2D95-A128-AD4FBFEAD49B}"/>
              </a:ext>
            </a:extLst>
          </p:cNvPr>
          <p:cNvSpPr>
            <a:spLocks noGrp="1"/>
          </p:cNvSpPr>
          <p:nvPr>
            <p:ph type="body" sz="quarter" idx="23"/>
          </p:nvPr>
        </p:nvSpPr>
        <p:spPr>
          <a:xfrm>
            <a:off x="503238" y="4392752"/>
            <a:ext cx="4271575" cy="503434"/>
          </a:xfrm>
        </p:spPr>
        <p:txBody>
          <a:bodyPr/>
          <a:lstStyle/>
          <a:p>
            <a:r>
              <a:rPr lang="en-US" noProof="1"/>
              <a:t>Slim TRABELSI, SAP</a:t>
            </a:r>
          </a:p>
        </p:txBody>
      </p:sp>
      <p:sp>
        <p:nvSpPr>
          <p:cNvPr id="4" name="Textplatzhalter 3">
            <a:extLst>
              <a:ext uri="{FF2B5EF4-FFF2-40B4-BE49-F238E27FC236}">
                <a16:creationId xmlns:a16="http://schemas.microsoft.com/office/drawing/2014/main" id="{3A2710E5-6AF8-7B1E-D38D-AFD22EEDAF63}"/>
              </a:ext>
            </a:extLst>
          </p:cNvPr>
          <p:cNvSpPr>
            <a:spLocks noGrp="1"/>
          </p:cNvSpPr>
          <p:nvPr>
            <p:ph type="body" sz="quarter" idx="25"/>
          </p:nvPr>
        </p:nvSpPr>
        <p:spPr>
          <a:xfrm>
            <a:off x="503238" y="5191597"/>
            <a:ext cx="4271575" cy="231153"/>
          </a:xfrm>
        </p:spPr>
        <p:txBody>
          <a:bodyPr/>
          <a:lstStyle/>
          <a:p>
            <a:r>
              <a:rPr lang="en-US" noProof="1"/>
              <a:t>October 2026</a:t>
            </a:r>
          </a:p>
        </p:txBody>
      </p:sp>
    </p:spTree>
    <p:extLst>
      <p:ext uri="{BB962C8B-B14F-4D97-AF65-F5344CB8AC3E}">
        <p14:creationId xmlns:p14="http://schemas.microsoft.com/office/powerpoint/2010/main" val="1389141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FA372D-A68A-2153-020F-EF5F1C8BB267}"/>
              </a:ext>
            </a:extLst>
          </p:cNvPr>
          <p:cNvSpPr>
            <a:spLocks noGrp="1"/>
          </p:cNvSpPr>
          <p:nvPr>
            <p:ph type="title"/>
          </p:nvPr>
        </p:nvSpPr>
        <p:spPr/>
        <p:txBody>
          <a:bodyPr/>
          <a:lstStyle/>
          <a:p>
            <a:r>
              <a:rPr lang="en-US" noProof="1"/>
              <a:t>Title goes here</a:t>
            </a:r>
            <a:br>
              <a:rPr lang="en-US" noProof="1"/>
            </a:br>
            <a:r>
              <a:rPr lang="en-US" noProof="1"/>
              <a:t>and here and here</a:t>
            </a:r>
          </a:p>
        </p:txBody>
      </p:sp>
      <p:sp>
        <p:nvSpPr>
          <p:cNvPr id="3" name="Textplatzhalter 2">
            <a:extLst>
              <a:ext uri="{FF2B5EF4-FFF2-40B4-BE49-F238E27FC236}">
                <a16:creationId xmlns:a16="http://schemas.microsoft.com/office/drawing/2014/main" id="{85C47F3F-BAFC-EF91-A329-31B33DCB179C}"/>
              </a:ext>
            </a:extLst>
          </p:cNvPr>
          <p:cNvSpPr>
            <a:spLocks noGrp="1"/>
          </p:cNvSpPr>
          <p:nvPr>
            <p:ph type="body" sz="quarter" idx="23"/>
          </p:nvPr>
        </p:nvSpPr>
        <p:spPr/>
        <p:txBody>
          <a:bodyPr/>
          <a:lstStyle/>
          <a:p>
            <a:r>
              <a:rPr lang="en-US" noProof="1"/>
              <a:t>Speaker Name, SAP</a:t>
            </a:r>
          </a:p>
          <a:p>
            <a:r>
              <a:rPr lang="en-US" noProof="1"/>
              <a:t>Speaker Name 2, SAP</a:t>
            </a:r>
          </a:p>
        </p:txBody>
      </p:sp>
      <p:sp>
        <p:nvSpPr>
          <p:cNvPr id="4" name="Textplatzhalter 3">
            <a:extLst>
              <a:ext uri="{FF2B5EF4-FFF2-40B4-BE49-F238E27FC236}">
                <a16:creationId xmlns:a16="http://schemas.microsoft.com/office/drawing/2014/main" id="{894512BE-602E-EA7E-E4E1-5BED290D9436}"/>
              </a:ext>
            </a:extLst>
          </p:cNvPr>
          <p:cNvSpPr>
            <a:spLocks noGrp="1"/>
          </p:cNvSpPr>
          <p:nvPr>
            <p:ph type="body" sz="quarter" idx="25"/>
          </p:nvPr>
        </p:nvSpPr>
        <p:spPr/>
        <p:txBody>
          <a:bodyPr/>
          <a:lstStyle/>
          <a:p>
            <a:r>
              <a:rPr lang="en-US" noProof="1"/>
              <a:t>Month Year</a:t>
            </a:r>
          </a:p>
        </p:txBody>
      </p:sp>
      <p:sp>
        <p:nvSpPr>
          <p:cNvPr id="6" name="Partner Logo Placeholder">
            <a:extLst>
              <a:ext uri="{FF2B5EF4-FFF2-40B4-BE49-F238E27FC236}">
                <a16:creationId xmlns:a16="http://schemas.microsoft.com/office/drawing/2014/main" id="{DF10AD1E-0679-3427-8FE9-ECC1B9BC605D}"/>
              </a:ext>
            </a:extLst>
          </p:cNvPr>
          <p:cNvSpPr txBox="1">
            <a:spLocks/>
          </p:cNvSpPr>
          <p:nvPr/>
        </p:nvSpPr>
        <p:spPr>
          <a:xfrm>
            <a:off x="2728835" y="5969878"/>
            <a:ext cx="1194533" cy="417512"/>
          </a:xfrm>
          <a:prstGeom prst="rect">
            <a:avLst/>
          </a:prstGeom>
          <a:noFill/>
          <a:ln>
            <a:solidFill>
              <a:schemeClr val="bg1"/>
            </a:solidFill>
          </a:ln>
        </p:spPr>
        <p:txBody>
          <a:bodyPr anchor="ctr" anchorCtr="0">
            <a:noAutofit/>
          </a:bodyPr>
          <a:lstStyle>
            <a:lvl1pPr marL="0" indent="0" algn="ctr" defTabSz="1088558" rtl="0" eaLnBrk="1" latinLnBrk="0" hangingPunct="1">
              <a:spcBef>
                <a:spcPts val="0"/>
              </a:spcBef>
              <a:buClr>
                <a:schemeClr val="accent1"/>
              </a:buClr>
              <a:buSzPct val="80000"/>
              <a:buFontTx/>
              <a:buNone/>
              <a:defRPr sz="900" b="0" i="0" kern="1200">
                <a:solidFill>
                  <a:schemeClr val="tx1"/>
                </a:solidFill>
                <a:latin typeface="72" panose="020B0503030000000003" pitchFamily="34" charset="0"/>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b="0" i="0" kern="1200">
                <a:solidFill>
                  <a:schemeClr val="tx1"/>
                </a:solidFill>
                <a:latin typeface="72" panose="020B0503030000000003" pitchFamily="34" charset="0"/>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a:solidFill>
                  <a:schemeClr val="tx1"/>
                </a:solidFill>
                <a:latin typeface="72" panose="020B0503030000000003" pitchFamily="34" charset="0"/>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b="0" i="0" kern="1200">
                <a:solidFill>
                  <a:schemeClr val="tx1"/>
                </a:solidFill>
                <a:latin typeface="72" panose="020B0503030000000003" pitchFamily="34" charset="0"/>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panose="020B0503030000000003" pitchFamily="34" charset="0"/>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noProof="1">
                <a:solidFill>
                  <a:schemeClr val="bg1"/>
                </a:solidFill>
                <a:latin typeface="72 Brand" panose="020B0504030603020204" pitchFamily="34" charset="0"/>
              </a:rPr>
              <a:t>Add partner </a:t>
            </a:r>
            <a:br>
              <a:rPr lang="en-US" noProof="1">
                <a:solidFill>
                  <a:schemeClr val="bg1"/>
                </a:solidFill>
                <a:latin typeface="72 Brand" panose="020B0504030603020204" pitchFamily="34" charset="0"/>
              </a:rPr>
            </a:br>
            <a:r>
              <a:rPr lang="en-US" noProof="1">
                <a:solidFill>
                  <a:schemeClr val="bg1"/>
                </a:solidFill>
                <a:latin typeface="72 Brand" panose="020B0504030603020204" pitchFamily="34" charset="0"/>
              </a:rPr>
              <a:t>logo and alt text</a:t>
            </a:r>
          </a:p>
        </p:txBody>
      </p:sp>
    </p:spTree>
    <p:extLst>
      <p:ext uri="{BB962C8B-B14F-4D97-AF65-F5344CB8AC3E}">
        <p14:creationId xmlns:p14="http://schemas.microsoft.com/office/powerpoint/2010/main" val="3999944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3B6C82-97A4-7B61-B605-6B60DFA22AB3}"/>
              </a:ext>
            </a:extLst>
          </p:cNvPr>
          <p:cNvSpPr>
            <a:spLocks noGrp="1"/>
          </p:cNvSpPr>
          <p:nvPr>
            <p:ph type="title"/>
          </p:nvPr>
        </p:nvSpPr>
        <p:spPr/>
        <p:txBody>
          <a:bodyPr/>
          <a:lstStyle/>
          <a:p>
            <a:r>
              <a:rPr lang="en-US" noProof="1"/>
              <a:t>Disclaimer</a:t>
            </a:r>
            <a:br>
              <a:rPr lang="en-US" noProof="1"/>
            </a:br>
            <a:r>
              <a:rPr lang="en-US" noProof="1"/>
              <a:t>The tool shown here is not a product but just a </a:t>
            </a:r>
            <a:r>
              <a:rPr lang="en-US" b="1" noProof="1">
                <a:solidFill>
                  <a:schemeClr val="accent6"/>
                </a:solidFill>
              </a:rPr>
              <a:t>prototype</a:t>
            </a:r>
            <a:r>
              <a:rPr lang="en-US" noProof="1"/>
              <a:t> to introduce a new concept and a new methodology</a:t>
            </a:r>
            <a:br>
              <a:rPr lang="en-US" noProof="1"/>
            </a:br>
            <a:endParaRPr lang="en-US" noProof="1"/>
          </a:p>
        </p:txBody>
      </p:sp>
      <p:sp>
        <p:nvSpPr>
          <p:cNvPr id="3" name="Textplatzhalter 2">
            <a:extLst>
              <a:ext uri="{FF2B5EF4-FFF2-40B4-BE49-F238E27FC236}">
                <a16:creationId xmlns:a16="http://schemas.microsoft.com/office/drawing/2014/main" id="{C1F811C4-5B55-600A-C7C5-C147936AD542}"/>
              </a:ext>
            </a:extLst>
          </p:cNvPr>
          <p:cNvSpPr>
            <a:spLocks noGrp="1"/>
          </p:cNvSpPr>
          <p:nvPr>
            <p:ph type="body" sz="quarter" idx="12"/>
          </p:nvPr>
        </p:nvSpPr>
        <p:spPr/>
        <p:txBody>
          <a:bodyPr/>
          <a:lstStyle/>
          <a:p>
            <a:r>
              <a:rPr lang="en-US" noProof="1"/>
              <a:t>Speaker</a:t>
            </a:r>
          </a:p>
          <a:p>
            <a:r>
              <a:rPr lang="en-US" noProof="1"/>
              <a:t>Company, Role</a:t>
            </a:r>
          </a:p>
        </p:txBody>
      </p:sp>
    </p:spTree>
    <p:extLst>
      <p:ext uri="{BB962C8B-B14F-4D97-AF65-F5344CB8AC3E}">
        <p14:creationId xmlns:p14="http://schemas.microsoft.com/office/powerpoint/2010/main" val="4082470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el 31">
            <a:extLst>
              <a:ext uri="{FF2B5EF4-FFF2-40B4-BE49-F238E27FC236}">
                <a16:creationId xmlns:a16="http://schemas.microsoft.com/office/drawing/2014/main" id="{0FC14731-84B4-93B1-4BE9-6BD11392495F}"/>
              </a:ext>
            </a:extLst>
          </p:cNvPr>
          <p:cNvSpPr>
            <a:spLocks noGrp="1"/>
          </p:cNvSpPr>
          <p:nvPr>
            <p:ph type="title"/>
          </p:nvPr>
        </p:nvSpPr>
        <p:spPr/>
        <p:txBody>
          <a:bodyPr/>
          <a:lstStyle/>
          <a:p>
            <a:r>
              <a:rPr lang="en-US" noProof="1"/>
              <a:t>Agenda</a:t>
            </a:r>
          </a:p>
        </p:txBody>
      </p:sp>
      <p:sp>
        <p:nvSpPr>
          <p:cNvPr id="18" name="TextBox 27">
            <a:extLst>
              <a:ext uri="{FF2B5EF4-FFF2-40B4-BE49-F238E27FC236}">
                <a16:creationId xmlns:a16="http://schemas.microsoft.com/office/drawing/2014/main" id="{E3D2BA92-C90B-151F-FD7B-53BA3BB61751}"/>
              </a:ext>
            </a:extLst>
          </p:cNvPr>
          <p:cNvSpPr txBox="1"/>
          <p:nvPr/>
        </p:nvSpPr>
        <p:spPr>
          <a:xfrm>
            <a:off x="504000" y="1573734"/>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B894FF"/>
                </a:solidFill>
                <a:latin typeface="72 Brand" panose="020B0504030603020204" pitchFamily="34" charset="0"/>
                <a:ea typeface="72 Brand" pitchFamily="34" charset="-128"/>
                <a:cs typeface="72 Brand" pitchFamily="34" charset="-128"/>
              </a:rPr>
              <a:t>01</a:t>
            </a:r>
          </a:p>
        </p:txBody>
      </p:sp>
      <p:sp>
        <p:nvSpPr>
          <p:cNvPr id="19" name="TextBox 38">
            <a:extLst>
              <a:ext uri="{FF2B5EF4-FFF2-40B4-BE49-F238E27FC236}">
                <a16:creationId xmlns:a16="http://schemas.microsoft.com/office/drawing/2014/main" id="{FF562787-F145-4F21-E5C4-0F8844E1E208}"/>
              </a:ext>
            </a:extLst>
          </p:cNvPr>
          <p:cNvSpPr txBox="1"/>
          <p:nvPr/>
        </p:nvSpPr>
        <p:spPr>
          <a:xfrm>
            <a:off x="1439999" y="1727621"/>
            <a:ext cx="6437175" cy="307777"/>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 Introduction &amp; Demo (10 min)</a:t>
            </a:r>
            <a:endParaRPr lang="en-US" sz="1400" kern="0" noProof="1">
              <a:latin typeface="72 Brand" panose="020B0504030603020204" pitchFamily="34" charset="0"/>
              <a:ea typeface="72 Brand" pitchFamily="34" charset="-128"/>
              <a:cs typeface="72 Brand" pitchFamily="34" charset="-128"/>
            </a:endParaRPr>
          </a:p>
        </p:txBody>
      </p:sp>
      <p:sp>
        <p:nvSpPr>
          <p:cNvPr id="20" name="TextBox 44">
            <a:extLst>
              <a:ext uri="{FF2B5EF4-FFF2-40B4-BE49-F238E27FC236}">
                <a16:creationId xmlns:a16="http://schemas.microsoft.com/office/drawing/2014/main" id="{F51A93F7-25F6-AB59-3ABD-DA46AB768CBD}"/>
              </a:ext>
            </a:extLst>
          </p:cNvPr>
          <p:cNvSpPr txBox="1"/>
          <p:nvPr/>
        </p:nvSpPr>
        <p:spPr>
          <a:xfrm>
            <a:off x="504000" y="25829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9876FF"/>
                </a:solidFill>
                <a:latin typeface="72 Brand" panose="020B0504030603020204" pitchFamily="34" charset="0"/>
                <a:ea typeface="72 Brand" pitchFamily="34" charset="-128"/>
                <a:cs typeface="72 Brand" pitchFamily="34" charset="-128"/>
              </a:rPr>
              <a:t>02</a:t>
            </a:r>
          </a:p>
        </p:txBody>
      </p:sp>
      <p:sp>
        <p:nvSpPr>
          <p:cNvPr id="21" name="TextBox 46">
            <a:extLst>
              <a:ext uri="{FF2B5EF4-FFF2-40B4-BE49-F238E27FC236}">
                <a16:creationId xmlns:a16="http://schemas.microsoft.com/office/drawing/2014/main" id="{D9A873FA-2EAE-7049-7794-871FFB51D936}"/>
              </a:ext>
            </a:extLst>
          </p:cNvPr>
          <p:cNvSpPr txBox="1"/>
          <p:nvPr/>
        </p:nvSpPr>
        <p:spPr>
          <a:xfrm>
            <a:off x="1439999" y="2736867"/>
            <a:ext cx="6437175" cy="307777"/>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Generate Exercise (30 min)</a:t>
            </a:r>
            <a:r>
              <a:rPr lang="en-US" sz="1400" kern="0" noProof="1">
                <a:latin typeface="72 Brand" panose="020B0504030603020204" pitchFamily="34" charset="0"/>
                <a:ea typeface="72 Brand" pitchFamily="34" charset="-128"/>
                <a:cs typeface="72 Brand" pitchFamily="34" charset="-128"/>
              </a:rPr>
              <a:t>.</a:t>
            </a:r>
          </a:p>
        </p:txBody>
      </p:sp>
      <p:sp>
        <p:nvSpPr>
          <p:cNvPr id="22" name="TextBox 48">
            <a:extLst>
              <a:ext uri="{FF2B5EF4-FFF2-40B4-BE49-F238E27FC236}">
                <a16:creationId xmlns:a16="http://schemas.microsoft.com/office/drawing/2014/main" id="{67D01F44-6B40-84D5-2C73-943EF680FD04}"/>
              </a:ext>
            </a:extLst>
          </p:cNvPr>
          <p:cNvSpPr txBox="1"/>
          <p:nvPr/>
        </p:nvSpPr>
        <p:spPr>
          <a:xfrm>
            <a:off x="504000" y="3592226"/>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7858FF"/>
                </a:solidFill>
                <a:latin typeface="72 Brand" panose="020B0504030603020204" pitchFamily="34" charset="0"/>
                <a:ea typeface="72 Brand" pitchFamily="34" charset="-128"/>
                <a:cs typeface="72 Brand" pitchFamily="34" charset="-128"/>
              </a:rPr>
              <a:t>03</a:t>
            </a:r>
          </a:p>
        </p:txBody>
      </p:sp>
      <p:sp>
        <p:nvSpPr>
          <p:cNvPr id="23" name="TextBox 50">
            <a:extLst>
              <a:ext uri="{FF2B5EF4-FFF2-40B4-BE49-F238E27FC236}">
                <a16:creationId xmlns:a16="http://schemas.microsoft.com/office/drawing/2014/main" id="{7F3200D2-2769-41F7-D35F-BB457E4E0CD7}"/>
              </a:ext>
            </a:extLst>
          </p:cNvPr>
          <p:cNvSpPr txBox="1"/>
          <p:nvPr/>
        </p:nvSpPr>
        <p:spPr>
          <a:xfrm>
            <a:off x="1439999" y="3746113"/>
            <a:ext cx="6437175" cy="307777"/>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Evaluate &amp; Report (10 min)</a:t>
            </a:r>
            <a:endParaRPr lang="en-US" sz="1400" kern="0" noProof="1">
              <a:latin typeface="72 Brand" panose="020B0504030603020204" pitchFamily="34" charset="0"/>
              <a:ea typeface="72 Brand" pitchFamily="34" charset="-128"/>
              <a:cs typeface="72 Brand" pitchFamily="34" charset="-128"/>
            </a:endParaRPr>
          </a:p>
        </p:txBody>
      </p:sp>
      <p:sp>
        <p:nvSpPr>
          <p:cNvPr id="24" name="TextBox 52">
            <a:extLst>
              <a:ext uri="{FF2B5EF4-FFF2-40B4-BE49-F238E27FC236}">
                <a16:creationId xmlns:a16="http://schemas.microsoft.com/office/drawing/2014/main" id="{0E626362-3D2C-1416-C309-EAA1996380C5}"/>
              </a:ext>
            </a:extLst>
          </p:cNvPr>
          <p:cNvSpPr txBox="1"/>
          <p:nvPr/>
        </p:nvSpPr>
        <p:spPr>
          <a:xfrm>
            <a:off x="504000" y="4601472"/>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kern="0" noProof="1">
                <a:solidFill>
                  <a:srgbClr val="5D36FF"/>
                </a:solidFill>
                <a:latin typeface="72 Brand" panose="020B0504030603020204" pitchFamily="34" charset="0"/>
                <a:ea typeface="72 Brand" pitchFamily="34" charset="-128"/>
                <a:cs typeface="72 Brand" pitchFamily="34" charset="-128"/>
              </a:rPr>
              <a:t>04</a:t>
            </a:r>
          </a:p>
        </p:txBody>
      </p:sp>
      <p:sp>
        <p:nvSpPr>
          <p:cNvPr id="25" name="TextBox 54">
            <a:extLst>
              <a:ext uri="{FF2B5EF4-FFF2-40B4-BE49-F238E27FC236}">
                <a16:creationId xmlns:a16="http://schemas.microsoft.com/office/drawing/2014/main" id="{D87BA447-8AE8-2F95-103A-49AE28AAC966}"/>
              </a:ext>
            </a:extLst>
          </p:cNvPr>
          <p:cNvSpPr txBox="1"/>
          <p:nvPr/>
        </p:nvSpPr>
        <p:spPr>
          <a:xfrm>
            <a:off x="1439999" y="4755359"/>
            <a:ext cx="6437175" cy="307777"/>
          </a:xfrm>
          <a:prstGeom prst="rect">
            <a:avLst/>
          </a:prstGeom>
          <a:noFill/>
        </p:spPr>
        <p:txBody>
          <a:bodyPr wrap="square" lIns="0" tIns="0" rIns="0" bIns="0" rtlCol="0" anchor="ctr" anchorCtr="0">
            <a:spAutoFit/>
          </a:bodyPr>
          <a:lstStyle/>
          <a:p>
            <a:pPr algn="l" fontAlgn="base">
              <a:spcBef>
                <a:spcPts val="400"/>
              </a:spcBef>
              <a:spcAft>
                <a:spcPct val="0"/>
              </a:spcAft>
              <a:buClr>
                <a:schemeClr val="tx1"/>
              </a:buClr>
              <a:buSzPct val="100000"/>
            </a:pPr>
            <a:r>
              <a:rPr lang="en-US" sz="2000" kern="0" noProof="1">
                <a:latin typeface="72 Brand Medium" panose="020B0604030603020204" pitchFamily="34" charset="0"/>
                <a:ea typeface="72 Brand" pitchFamily="34" charset="-128"/>
                <a:cs typeface="72 Brand" pitchFamily="34" charset="-128"/>
              </a:rPr>
              <a:t>Debrief &amp; Close (10 min)</a:t>
            </a:r>
            <a:r>
              <a:rPr lang="en-US" sz="1400" kern="0" noProof="1">
                <a:latin typeface="72 Brand" panose="020B0504030603020204" pitchFamily="34" charset="0"/>
                <a:ea typeface="72 Brand" pitchFamily="34" charset="-128"/>
                <a:cs typeface="72 Brand" pitchFamily="34" charset="-128"/>
              </a:rPr>
              <a:t>.</a:t>
            </a:r>
          </a:p>
        </p:txBody>
      </p:sp>
      <p:cxnSp>
        <p:nvCxnSpPr>
          <p:cNvPr id="28" name="Straight Connector 39">
            <a:extLst>
              <a:ext uri="{FF2B5EF4-FFF2-40B4-BE49-F238E27FC236}">
                <a16:creationId xmlns:a16="http://schemas.microsoft.com/office/drawing/2014/main" id="{D11D6CAE-4497-253D-FD28-21B5B6461580}"/>
              </a:ext>
              <a:ext uri="{C183D7F6-B498-43B3-948B-1728B52AA6E4}">
                <adec:decorative xmlns:adec="http://schemas.microsoft.com/office/drawing/2017/decorative" val="1"/>
              </a:ext>
            </a:extLst>
          </p:cNvPr>
          <p:cNvCxnSpPr>
            <a:cxnSpLocks/>
          </p:cNvCxnSpPr>
          <p:nvPr/>
        </p:nvCxnSpPr>
        <p:spPr>
          <a:xfrm>
            <a:off x="531314" y="2386133"/>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40">
            <a:extLst>
              <a:ext uri="{FF2B5EF4-FFF2-40B4-BE49-F238E27FC236}">
                <a16:creationId xmlns:a16="http://schemas.microsoft.com/office/drawing/2014/main" id="{34175794-94FA-F84C-285C-357444D1A35D}"/>
              </a:ext>
              <a:ext uri="{C183D7F6-B498-43B3-948B-1728B52AA6E4}">
                <adec:decorative xmlns:adec="http://schemas.microsoft.com/office/drawing/2017/decorative" val="1"/>
              </a:ext>
            </a:extLst>
          </p:cNvPr>
          <p:cNvCxnSpPr>
            <a:cxnSpLocks/>
          </p:cNvCxnSpPr>
          <p:nvPr/>
        </p:nvCxnSpPr>
        <p:spPr>
          <a:xfrm>
            <a:off x="531314" y="5413871"/>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41">
            <a:extLst>
              <a:ext uri="{FF2B5EF4-FFF2-40B4-BE49-F238E27FC236}">
                <a16:creationId xmlns:a16="http://schemas.microsoft.com/office/drawing/2014/main" id="{14324E0F-A937-C5E6-DBED-B40120CDC5B9}"/>
              </a:ext>
              <a:ext uri="{C183D7F6-B498-43B3-948B-1728B52AA6E4}">
                <adec:decorative xmlns:adec="http://schemas.microsoft.com/office/drawing/2017/decorative" val="1"/>
              </a:ext>
            </a:extLst>
          </p:cNvPr>
          <p:cNvCxnSpPr>
            <a:cxnSpLocks/>
          </p:cNvCxnSpPr>
          <p:nvPr/>
        </p:nvCxnSpPr>
        <p:spPr>
          <a:xfrm>
            <a:off x="531314" y="4404625"/>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42">
            <a:extLst>
              <a:ext uri="{FF2B5EF4-FFF2-40B4-BE49-F238E27FC236}">
                <a16:creationId xmlns:a16="http://schemas.microsoft.com/office/drawing/2014/main" id="{A703FF91-AB0C-AB5A-2FB3-95155D6B3817}"/>
              </a:ext>
              <a:ext uri="{C183D7F6-B498-43B3-948B-1728B52AA6E4}">
                <adec:decorative xmlns:adec="http://schemas.microsoft.com/office/drawing/2017/decorative" val="1"/>
              </a:ext>
            </a:extLst>
          </p:cNvPr>
          <p:cNvCxnSpPr>
            <a:cxnSpLocks/>
          </p:cNvCxnSpPr>
          <p:nvPr/>
        </p:nvCxnSpPr>
        <p:spPr>
          <a:xfrm>
            <a:off x="531314" y="3395379"/>
            <a:ext cx="7345861" cy="0"/>
          </a:xfrm>
          <a:prstGeom prst="line">
            <a:avLst/>
          </a:prstGeom>
          <a:ln w="12700">
            <a:gradFill>
              <a:gsLst>
                <a:gs pos="0">
                  <a:srgbClr val="00144A"/>
                </a:gs>
                <a:gs pos="100000">
                  <a:srgbClr val="5D36FF"/>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01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AEFC0-A164-17B9-C4D6-30427F3BA66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5518714-C64A-C1A5-84CF-7545328AAFC0}"/>
              </a:ext>
            </a:extLst>
          </p:cNvPr>
          <p:cNvSpPr>
            <a:spLocks noGrp="1"/>
          </p:cNvSpPr>
          <p:nvPr>
            <p:ph type="title"/>
          </p:nvPr>
        </p:nvSpPr>
        <p:spPr>
          <a:xfrm>
            <a:off x="1821499" y="2951188"/>
            <a:ext cx="9282112" cy="3103520"/>
          </a:xfrm>
        </p:spPr>
        <p:txBody>
          <a:bodyPr/>
          <a:lstStyle/>
          <a:p>
            <a:br>
              <a:rPr lang="en-US" sz="1800" b="1" noProof="1">
                <a:solidFill>
                  <a:schemeClr val="accent6"/>
                </a:solidFill>
              </a:rPr>
            </a:br>
            <a:br>
              <a:rPr lang="en-US" sz="1800" b="1" noProof="1">
                <a:solidFill>
                  <a:schemeClr val="accent6"/>
                </a:solidFill>
              </a:rPr>
            </a:br>
            <a:r>
              <a:rPr lang="en-US" sz="2000" b="1" noProof="1">
                <a:solidFill>
                  <a:schemeClr val="accent2">
                    <a:lumMod val="60000"/>
                    <a:lumOff val="40000"/>
                  </a:schemeClr>
                </a:solidFill>
              </a:rPr>
              <a:t>You are the Security Incident Responder</a:t>
            </a:r>
            <a:br>
              <a:rPr lang="en-US" sz="1800" noProof="1"/>
            </a:br>
            <a:br>
              <a:rPr lang="en-US" sz="1800" noProof="1"/>
            </a:br>
            <a:r>
              <a:rPr lang="en-US" sz="2000" noProof="1"/>
              <a:t>Your client just received a CERT advisory: their industry is </a:t>
            </a:r>
            <a:r>
              <a:rPr lang="en-US" sz="2000" noProof="1">
                <a:solidFill>
                  <a:schemeClr val="accent5">
                    <a:lumMod val="60000"/>
                    <a:lumOff val="40000"/>
                  </a:schemeClr>
                </a:solidFill>
              </a:rPr>
              <a:t>under active attack</a:t>
            </a:r>
            <a:r>
              <a:rPr lang="en-US" sz="2000" noProof="1"/>
              <a:t>. They need an incident response exercise and they need it today, </a:t>
            </a:r>
            <a:r>
              <a:rPr lang="en-US" sz="2000" noProof="1">
                <a:solidFill>
                  <a:schemeClr val="accent5">
                    <a:lumMod val="60000"/>
                    <a:lumOff val="40000"/>
                  </a:schemeClr>
                </a:solidFill>
              </a:rPr>
              <a:t>not in three weeks</a:t>
            </a:r>
            <a:r>
              <a:rPr lang="en-US" sz="2000" noProof="1"/>
              <a:t>.</a:t>
            </a:r>
            <a:br>
              <a:rPr lang="en-US" sz="2000" noProof="1"/>
            </a:br>
            <a:br>
              <a:rPr lang="en-US" sz="2000" noProof="1"/>
            </a:br>
            <a:r>
              <a:rPr lang="en-US" sz="2000" noProof="1"/>
              <a:t>In this workshop, you'll learn how to deliver exactly that. As a security consultant using TTXGenAI, you'll transform real threat intelligence into a customized tabletop exercise in minutes. You'll generate AI-powered scenario injects, guide your client through high-pressure decision points, and walk away with board-ready documentation all powered by </a:t>
            </a:r>
            <a:r>
              <a:rPr lang="en-US" sz="2000" noProof="1">
                <a:solidFill>
                  <a:schemeClr val="accent5">
                    <a:lumMod val="60000"/>
                    <a:lumOff val="40000"/>
                  </a:schemeClr>
                </a:solidFill>
              </a:rPr>
              <a:t>SAP AI Core</a:t>
            </a:r>
            <a:r>
              <a:rPr lang="en-US" sz="2000" noProof="1"/>
              <a:t>.</a:t>
            </a:r>
            <a:br>
              <a:rPr lang="en-US" sz="2000" noProof="1"/>
            </a:br>
            <a:br>
              <a:rPr lang="en-US" sz="2000" noProof="1"/>
            </a:br>
            <a:r>
              <a:rPr lang="en-US" sz="2000" noProof="1"/>
              <a:t>From threat intel to client deliverable in under an hour. Welcome to </a:t>
            </a:r>
            <a:r>
              <a:rPr lang="en-US" sz="2000" noProof="1">
                <a:solidFill>
                  <a:schemeClr val="accent5">
                    <a:lumMod val="60000"/>
                    <a:lumOff val="40000"/>
                  </a:schemeClr>
                </a:solidFill>
              </a:rPr>
              <a:t>the future of incident response training.</a:t>
            </a:r>
            <a:br>
              <a:rPr lang="en-US" sz="4400" noProof="1"/>
            </a:br>
            <a:endParaRPr lang="en-US" noProof="1"/>
          </a:p>
        </p:txBody>
      </p:sp>
    </p:spTree>
    <p:extLst>
      <p:ext uri="{BB962C8B-B14F-4D97-AF65-F5344CB8AC3E}">
        <p14:creationId xmlns:p14="http://schemas.microsoft.com/office/powerpoint/2010/main" val="71787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543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13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C0C3200-538B-1CA1-F3C8-6A978DE4E5A9}"/>
              </a:ext>
            </a:extLst>
          </p:cNvPr>
          <p:cNvSpPr>
            <a:spLocks noGrp="1"/>
          </p:cNvSpPr>
          <p:nvPr>
            <p:ph type="body" sz="quarter" idx="10"/>
          </p:nvPr>
        </p:nvSpPr>
        <p:spPr>
          <a:xfrm>
            <a:off x="503999" y="1278493"/>
            <a:ext cx="11186477" cy="4805175"/>
          </a:xfrm>
        </p:spPr>
        <p:txBody>
          <a:bodyPr/>
          <a:lstStyle/>
          <a:p>
            <a:pPr marL="342900" indent="-342900">
              <a:buClr>
                <a:schemeClr val="accent6"/>
              </a:buClr>
              <a:buFont typeface="Wingdings" panose="05000000000000000000" pitchFamily="2" charset="2"/>
              <a:buChar char="§"/>
            </a:pPr>
            <a:r>
              <a:rPr lang="en-US" sz="2400" dirty="0">
                <a:solidFill>
                  <a:srgbClr val="0070F2"/>
                </a:solidFill>
              </a:rPr>
              <a:t>A Tabletop Exercise (TTX) is a discussion-based simulation where your team walks through a realistic security incident step by step in a safe, controlled environment. No judgement, no criticism, no pressure, fail to learn … And a lot of fun</a:t>
            </a:r>
          </a:p>
          <a:p>
            <a:pPr marL="342900" indent="-342900">
              <a:buClr>
                <a:schemeClr val="accent6"/>
              </a:buClr>
              <a:buFont typeface="Wingdings" panose="05000000000000000000" pitchFamily="2" charset="2"/>
              <a:buChar char="§"/>
            </a:pPr>
            <a:r>
              <a:rPr lang="en-US" sz="2400" dirty="0">
                <a:solidFill>
                  <a:srgbClr val="0070F2"/>
                </a:solidFill>
              </a:rPr>
              <a:t>Usually it takes </a:t>
            </a:r>
          </a:p>
          <a:p>
            <a:pPr marL="594900" lvl="1" indent="-342900">
              <a:buClr>
                <a:schemeClr val="accent6"/>
              </a:buClr>
              <a:buFont typeface="Wingdings" panose="05000000000000000000" pitchFamily="2" charset="2"/>
              <a:buChar char="§"/>
            </a:pPr>
            <a:r>
              <a:rPr lang="en-US" sz="2200" b="1" dirty="0">
                <a:solidFill>
                  <a:srgbClr val="0070F2"/>
                </a:solidFill>
              </a:rPr>
              <a:t>2 to 3 weeks to prepare</a:t>
            </a:r>
            <a:r>
              <a:rPr lang="en-US" sz="2200" dirty="0">
                <a:solidFill>
                  <a:srgbClr val="0070F2"/>
                </a:solidFill>
              </a:rPr>
              <a:t> an exercise</a:t>
            </a:r>
          </a:p>
          <a:p>
            <a:pPr marL="594900" lvl="1" indent="-342900">
              <a:buClr>
                <a:schemeClr val="accent6"/>
              </a:buClr>
              <a:buFont typeface="Wingdings" panose="05000000000000000000" pitchFamily="2" charset="2"/>
              <a:buChar char="§"/>
            </a:pPr>
            <a:r>
              <a:rPr lang="en-US" sz="2200" dirty="0">
                <a:solidFill>
                  <a:srgbClr val="0070F2"/>
                </a:solidFill>
              </a:rPr>
              <a:t>1 or 2 day to run the exercise</a:t>
            </a:r>
          </a:p>
          <a:p>
            <a:pPr marL="594900" lvl="1" indent="-342900">
              <a:buClr>
                <a:schemeClr val="accent6"/>
              </a:buClr>
              <a:buFont typeface="Wingdings" panose="05000000000000000000" pitchFamily="2" charset="2"/>
              <a:buChar char="§"/>
            </a:pPr>
            <a:r>
              <a:rPr lang="en-US" sz="2200" b="1" dirty="0">
                <a:solidFill>
                  <a:srgbClr val="0070F2"/>
                </a:solidFill>
              </a:rPr>
              <a:t>2 to 3 days to write </a:t>
            </a:r>
            <a:r>
              <a:rPr lang="en-US" sz="2200" dirty="0">
                <a:solidFill>
                  <a:srgbClr val="0070F2"/>
                </a:solidFill>
              </a:rPr>
              <a:t>the reports</a:t>
            </a:r>
          </a:p>
          <a:p>
            <a:pPr marL="594900" lvl="1" indent="-342900">
              <a:buClr>
                <a:schemeClr val="accent6"/>
              </a:buClr>
              <a:buFont typeface="Wingdings" panose="05000000000000000000" pitchFamily="2" charset="2"/>
              <a:buChar char="§"/>
            </a:pPr>
            <a:r>
              <a:rPr lang="en-US" sz="2200" b="1" dirty="0">
                <a:solidFill>
                  <a:srgbClr val="0070F2"/>
                </a:solidFill>
              </a:rPr>
              <a:t>1 to 2 weeks to execute </a:t>
            </a:r>
            <a:r>
              <a:rPr lang="en-US" sz="2200" dirty="0">
                <a:solidFill>
                  <a:srgbClr val="0070F2"/>
                </a:solidFill>
              </a:rPr>
              <a:t>action points</a:t>
            </a:r>
          </a:p>
          <a:p>
            <a:pPr marL="342900" indent="-342900">
              <a:buClr>
                <a:schemeClr val="accent6"/>
              </a:buClr>
              <a:buFont typeface="Wingdings" panose="05000000000000000000" pitchFamily="2" charset="2"/>
              <a:buChar char="§"/>
            </a:pPr>
            <a:r>
              <a:rPr lang="en-US" sz="2400" dirty="0">
                <a:solidFill>
                  <a:srgbClr val="0070F2"/>
                </a:solidFill>
              </a:rPr>
              <a:t>We reduce to</a:t>
            </a:r>
          </a:p>
          <a:p>
            <a:pPr marL="594900" lvl="1" indent="-342900">
              <a:buClr>
                <a:schemeClr val="accent6"/>
              </a:buClr>
              <a:buFont typeface="Wingdings" panose="05000000000000000000" pitchFamily="2" charset="2"/>
              <a:buChar char="§"/>
            </a:pPr>
            <a:r>
              <a:rPr lang="en-US" sz="2200" b="1" dirty="0">
                <a:solidFill>
                  <a:schemeClr val="accent6"/>
                </a:solidFill>
              </a:rPr>
              <a:t>30 minutes to prepare </a:t>
            </a:r>
            <a:r>
              <a:rPr lang="en-US" sz="2200" dirty="0">
                <a:solidFill>
                  <a:srgbClr val="0070F2"/>
                </a:solidFill>
              </a:rPr>
              <a:t>an exercise</a:t>
            </a:r>
          </a:p>
          <a:p>
            <a:pPr marL="594900" lvl="1" indent="-342900">
              <a:buClr>
                <a:schemeClr val="accent6"/>
              </a:buClr>
              <a:buFont typeface="Wingdings" panose="05000000000000000000" pitchFamily="2" charset="2"/>
              <a:buChar char="§"/>
            </a:pPr>
            <a:r>
              <a:rPr lang="en-US" sz="2200" b="1" dirty="0">
                <a:solidFill>
                  <a:schemeClr val="accent6"/>
                </a:solidFill>
              </a:rPr>
              <a:t>2 minutes to generate </a:t>
            </a:r>
            <a:r>
              <a:rPr lang="en-US" sz="2200" dirty="0">
                <a:solidFill>
                  <a:srgbClr val="0070F2"/>
                </a:solidFill>
              </a:rPr>
              <a:t>reports</a:t>
            </a:r>
          </a:p>
          <a:p>
            <a:pPr marL="594900" lvl="1" indent="-342900">
              <a:buClr>
                <a:schemeClr val="accent6"/>
              </a:buClr>
              <a:buFont typeface="Wingdings" panose="05000000000000000000" pitchFamily="2" charset="2"/>
              <a:buChar char="§"/>
            </a:pPr>
            <a:r>
              <a:rPr lang="en-US" sz="2200" b="1" dirty="0">
                <a:solidFill>
                  <a:schemeClr val="accent6"/>
                </a:solidFill>
              </a:rPr>
              <a:t>2 minutes to propose an action plan </a:t>
            </a:r>
            <a:r>
              <a:rPr lang="en-US" sz="2200" dirty="0">
                <a:solidFill>
                  <a:srgbClr val="0070F2"/>
                </a:solidFill>
              </a:rPr>
              <a:t>(JIRA tasks, </a:t>
            </a:r>
            <a:r>
              <a:rPr lang="en-US" sz="2200" dirty="0" err="1">
                <a:solidFill>
                  <a:srgbClr val="0070F2"/>
                </a:solidFill>
              </a:rPr>
              <a:t>Signavio</a:t>
            </a:r>
            <a:r>
              <a:rPr lang="en-US" sz="2200" dirty="0">
                <a:solidFill>
                  <a:srgbClr val="0070F2"/>
                </a:solidFill>
              </a:rPr>
              <a:t> remediation processes) </a:t>
            </a:r>
          </a:p>
        </p:txBody>
      </p:sp>
      <p:sp>
        <p:nvSpPr>
          <p:cNvPr id="3" name="Title 2">
            <a:extLst>
              <a:ext uri="{FF2B5EF4-FFF2-40B4-BE49-F238E27FC236}">
                <a16:creationId xmlns:a16="http://schemas.microsoft.com/office/drawing/2014/main" id="{124A8915-A573-DC42-8095-81DEDBC3DF14}"/>
              </a:ext>
            </a:extLst>
          </p:cNvPr>
          <p:cNvSpPr>
            <a:spLocks noGrp="1"/>
          </p:cNvSpPr>
          <p:nvPr>
            <p:ph type="title"/>
          </p:nvPr>
        </p:nvSpPr>
        <p:spPr/>
        <p:txBody>
          <a:bodyPr/>
          <a:lstStyle/>
          <a:p>
            <a:r>
              <a:rPr lang="en-US" dirty="0">
                <a:solidFill>
                  <a:schemeClr val="accent6"/>
                </a:solidFill>
              </a:rPr>
              <a:t>What is a Tabletop Exercise?</a:t>
            </a:r>
          </a:p>
        </p:txBody>
      </p:sp>
    </p:spTree>
    <p:extLst>
      <p:ext uri="{BB962C8B-B14F-4D97-AF65-F5344CB8AC3E}">
        <p14:creationId xmlns:p14="http://schemas.microsoft.com/office/powerpoint/2010/main" val="102821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AD84F4-E3BD-3E49-0775-00EB7D4130BA}"/>
              </a:ext>
            </a:extLst>
          </p:cNvPr>
          <p:cNvSpPr>
            <a:spLocks noGrp="1"/>
          </p:cNvSpPr>
          <p:nvPr>
            <p:ph type="body" sz="quarter" idx="10"/>
          </p:nvPr>
        </p:nvSpPr>
        <p:spPr/>
        <p:txBody>
          <a:bodyPr/>
          <a:lstStyle/>
          <a:p>
            <a:r>
              <a:rPr lang="en-US" sz="2800" b="1" dirty="0">
                <a:solidFill>
                  <a:srgbClr val="0070F2"/>
                </a:solidFill>
              </a:rPr>
              <a:t>By the end of this session, you will:</a:t>
            </a:r>
            <a:endParaRPr lang="en-US" sz="2800" dirty="0">
              <a:solidFill>
                <a:srgbClr val="0070F2"/>
              </a:solidFill>
            </a:endParaRPr>
          </a:p>
          <a:p>
            <a:pPr lvl="0"/>
            <a:r>
              <a:rPr lang="en-US" sz="2800" dirty="0">
                <a:solidFill>
                  <a:srgbClr val="0070F2"/>
                </a:solidFill>
              </a:rPr>
              <a:t>✅ Identify SAP-specific attack vectors and </a:t>
            </a:r>
            <a:r>
              <a:rPr lang="en-US" sz="2800" dirty="0" err="1">
                <a:solidFill>
                  <a:srgbClr val="0070F2"/>
                </a:solidFill>
              </a:rPr>
              <a:t>IoCs</a:t>
            </a:r>
            <a:endParaRPr lang="en-US" sz="2800" dirty="0">
              <a:solidFill>
                <a:srgbClr val="0070F2"/>
              </a:solidFill>
            </a:endParaRPr>
          </a:p>
          <a:p>
            <a:pPr lvl="0"/>
            <a:r>
              <a:rPr lang="en-US" sz="2800" dirty="0">
                <a:solidFill>
                  <a:srgbClr val="0070F2"/>
                </a:solidFill>
              </a:rPr>
              <a:t>✅ Apply structured IR frameworks (NIST/ISO/SAP SIRT)</a:t>
            </a:r>
          </a:p>
          <a:p>
            <a:pPr lvl="0"/>
            <a:r>
              <a:rPr lang="en-US" sz="2800" dirty="0">
                <a:solidFill>
                  <a:srgbClr val="0070F2"/>
                </a:solidFill>
              </a:rPr>
              <a:t>✅ Generate and evaluate </a:t>
            </a:r>
            <a:r>
              <a:rPr lang="en-US" sz="2800" b="1" dirty="0">
                <a:solidFill>
                  <a:srgbClr val="0070F2"/>
                </a:solidFill>
              </a:rPr>
              <a:t>realistic</a:t>
            </a:r>
            <a:r>
              <a:rPr lang="en-US" sz="2800" dirty="0">
                <a:solidFill>
                  <a:srgbClr val="0070F2"/>
                </a:solidFill>
              </a:rPr>
              <a:t> AI-assisted exercises</a:t>
            </a:r>
          </a:p>
          <a:p>
            <a:pPr lvl="0"/>
            <a:r>
              <a:rPr lang="en-US" sz="2800" dirty="0">
                <a:solidFill>
                  <a:srgbClr val="0070F2"/>
                </a:solidFill>
              </a:rPr>
              <a:t>✅ Produce executive security reports</a:t>
            </a:r>
          </a:p>
          <a:p>
            <a:endParaRPr lang="en-US" dirty="0"/>
          </a:p>
        </p:txBody>
      </p:sp>
      <p:sp>
        <p:nvSpPr>
          <p:cNvPr id="3" name="Title 2">
            <a:extLst>
              <a:ext uri="{FF2B5EF4-FFF2-40B4-BE49-F238E27FC236}">
                <a16:creationId xmlns:a16="http://schemas.microsoft.com/office/drawing/2014/main" id="{BD98F9E5-AE1D-FF4E-2673-5D5845B27CC1}"/>
              </a:ext>
            </a:extLst>
          </p:cNvPr>
          <p:cNvSpPr>
            <a:spLocks noGrp="1"/>
          </p:cNvSpPr>
          <p:nvPr>
            <p:ph type="title"/>
          </p:nvPr>
        </p:nvSpPr>
        <p:spPr/>
        <p:txBody>
          <a:bodyPr/>
          <a:lstStyle/>
          <a:p>
            <a:r>
              <a:rPr lang="en-US" dirty="0">
                <a:solidFill>
                  <a:schemeClr val="accent6"/>
                </a:solidFill>
              </a:rPr>
              <a:t>Learning Objectives</a:t>
            </a:r>
          </a:p>
        </p:txBody>
      </p:sp>
    </p:spTree>
    <p:extLst>
      <p:ext uri="{BB962C8B-B14F-4D97-AF65-F5344CB8AC3E}">
        <p14:creationId xmlns:p14="http://schemas.microsoft.com/office/powerpoint/2010/main" val="4074029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CDD503-CE36-0CC3-368D-D39A18C78CE9}"/>
              </a:ext>
            </a:extLst>
          </p:cNvPr>
          <p:cNvSpPr>
            <a:spLocks noGrp="1"/>
          </p:cNvSpPr>
          <p:nvPr>
            <p:ph type="body" sz="quarter" idx="10"/>
          </p:nvPr>
        </p:nvSpPr>
        <p:spPr>
          <a:xfrm>
            <a:off x="504000" y="1548825"/>
            <a:ext cx="11186477" cy="4805175"/>
          </a:xfrm>
        </p:spPr>
        <p:txBody>
          <a:bodyPr/>
          <a:lstStyle/>
          <a:p>
            <a:pPr marL="342900" indent="-342900">
              <a:buClr>
                <a:schemeClr val="accent6"/>
              </a:buClr>
              <a:buFont typeface="Wingdings" panose="05000000000000000000" pitchFamily="2" charset="2"/>
              <a:buChar char="§"/>
            </a:pPr>
            <a:r>
              <a:rPr lang="en-US" sz="2800" b="1" dirty="0">
                <a:solidFill>
                  <a:srgbClr val="0070F2"/>
                </a:solidFill>
              </a:rPr>
              <a:t>NORDIC-CERT advisory: Active ransomware campaign</a:t>
            </a:r>
          </a:p>
          <a:p>
            <a:pPr marL="342900" indent="-342900">
              <a:buClr>
                <a:schemeClr val="accent6"/>
              </a:buClr>
              <a:buFont typeface="Wingdings" panose="05000000000000000000" pitchFamily="2" charset="2"/>
              <a:buChar char="§"/>
            </a:pPr>
            <a:r>
              <a:rPr lang="en-US" sz="2800" b="1" dirty="0">
                <a:solidFill>
                  <a:srgbClr val="0070F2"/>
                </a:solidFill>
              </a:rPr>
              <a:t>Target: Nordic retail organizations</a:t>
            </a:r>
          </a:p>
          <a:p>
            <a:pPr marL="342900" indent="-342900">
              <a:buClr>
                <a:schemeClr val="accent6"/>
              </a:buClr>
              <a:buFont typeface="Wingdings" panose="05000000000000000000" pitchFamily="2" charset="2"/>
              <a:buChar char="§"/>
            </a:pPr>
            <a:r>
              <a:rPr lang="en-US" sz="2800" b="1" dirty="0">
                <a:solidFill>
                  <a:srgbClr val="0070F2"/>
                </a:solidFill>
              </a:rPr>
              <a:t>Attack vector: SAP Gateway vulnerability</a:t>
            </a:r>
          </a:p>
          <a:p>
            <a:pPr marL="342900" indent="-342900">
              <a:buClr>
                <a:schemeClr val="accent6"/>
              </a:buClr>
              <a:buFont typeface="Wingdings" panose="05000000000000000000" pitchFamily="2" charset="2"/>
              <a:buChar char="§"/>
            </a:pPr>
            <a:r>
              <a:rPr lang="en-US" sz="2800" b="1" dirty="0">
                <a:solidFill>
                  <a:srgbClr val="0070F2"/>
                </a:solidFill>
              </a:rPr>
              <a:t>Your mission prepare the company to : Detect → Contain → Recover</a:t>
            </a:r>
          </a:p>
          <a:p>
            <a:endParaRPr lang="en-US" dirty="0"/>
          </a:p>
        </p:txBody>
      </p:sp>
      <p:sp>
        <p:nvSpPr>
          <p:cNvPr id="3" name="Title 2">
            <a:extLst>
              <a:ext uri="{FF2B5EF4-FFF2-40B4-BE49-F238E27FC236}">
                <a16:creationId xmlns:a16="http://schemas.microsoft.com/office/drawing/2014/main" id="{A4D47E23-8409-334D-604A-86C27ED9A544}"/>
              </a:ext>
            </a:extLst>
          </p:cNvPr>
          <p:cNvSpPr>
            <a:spLocks noGrp="1"/>
          </p:cNvSpPr>
          <p:nvPr>
            <p:ph type="title"/>
          </p:nvPr>
        </p:nvSpPr>
        <p:spPr>
          <a:xfrm>
            <a:off x="504000" y="504000"/>
            <a:ext cx="11186476" cy="738664"/>
          </a:xfrm>
        </p:spPr>
        <p:txBody>
          <a:bodyPr/>
          <a:lstStyle/>
          <a:p>
            <a:r>
              <a:rPr lang="en-US" b="1" dirty="0">
                <a:solidFill>
                  <a:schemeClr val="accent6"/>
                </a:solidFill>
              </a:rPr>
              <a:t>The </a:t>
            </a:r>
            <a:r>
              <a:rPr lang="en-US" b="1" dirty="0" err="1">
                <a:solidFill>
                  <a:schemeClr val="accent6"/>
                </a:solidFill>
              </a:rPr>
              <a:t>NorthernStorm</a:t>
            </a:r>
            <a:r>
              <a:rPr lang="en-US" b="1" dirty="0">
                <a:solidFill>
                  <a:schemeClr val="accent6"/>
                </a:solidFill>
              </a:rPr>
              <a:t> Campaign</a:t>
            </a:r>
            <a:br>
              <a:rPr lang="en-US" dirty="0"/>
            </a:br>
            <a:endParaRPr lang="en-US" dirty="0"/>
          </a:p>
        </p:txBody>
      </p:sp>
    </p:spTree>
    <p:extLst>
      <p:ext uri="{BB962C8B-B14F-4D97-AF65-F5344CB8AC3E}">
        <p14:creationId xmlns:p14="http://schemas.microsoft.com/office/powerpoint/2010/main" val="3237599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1648E5-EA1F-1D50-1C38-5BC8B539A834}"/>
              </a:ext>
            </a:extLst>
          </p:cNvPr>
          <p:cNvSpPr>
            <a:spLocks noGrp="1"/>
          </p:cNvSpPr>
          <p:nvPr>
            <p:ph type="body" sz="quarter" idx="10"/>
          </p:nvPr>
        </p:nvSpPr>
        <p:spPr/>
        <p:txBody>
          <a:bodyPr/>
          <a:lstStyle/>
          <a:p>
            <a:r>
              <a:rPr lang="en-US" sz="2800" b="1" dirty="0">
                <a:solidFill>
                  <a:srgbClr val="0070F2"/>
                </a:solidFill>
              </a:rPr>
              <a:t>Three things you need:</a:t>
            </a:r>
          </a:p>
          <a:p>
            <a:endParaRPr lang="en-US" sz="2800" dirty="0">
              <a:solidFill>
                <a:srgbClr val="0070F2"/>
              </a:solidFill>
            </a:endParaRPr>
          </a:p>
          <a:p>
            <a:r>
              <a:rPr lang="en-US" sz="2800" dirty="0">
                <a:solidFill>
                  <a:srgbClr val="0070F2"/>
                </a:solidFill>
              </a:rPr>
              <a:t>📄 NORDIC-CERT Advisory (threat intel)</a:t>
            </a:r>
          </a:p>
          <a:p>
            <a:r>
              <a:rPr lang="en-US" sz="2800" dirty="0">
                <a:solidFill>
                  <a:srgbClr val="0070F2"/>
                </a:solidFill>
              </a:rPr>
              <a:t>📄 Client Brief - </a:t>
            </a:r>
            <a:r>
              <a:rPr lang="en-US" sz="2800" dirty="0" err="1">
                <a:solidFill>
                  <a:srgbClr val="0070F2"/>
                </a:solidFill>
              </a:rPr>
              <a:t>RetailNordic</a:t>
            </a:r>
            <a:r>
              <a:rPr lang="en-US" sz="2800" dirty="0">
                <a:solidFill>
                  <a:srgbClr val="0070F2"/>
                </a:solidFill>
              </a:rPr>
              <a:t> GmbH</a:t>
            </a:r>
          </a:p>
          <a:p>
            <a:r>
              <a:rPr lang="en-US" sz="2800" dirty="0">
                <a:solidFill>
                  <a:srgbClr val="0070F2"/>
                </a:solidFill>
              </a:rPr>
              <a:t>🌐 Tool Access: https://ttxgenai.cfapps.eu10-005.hana.ondemand.com</a:t>
            </a:r>
            <a:endParaRPr lang="en-US" dirty="0">
              <a:solidFill>
                <a:srgbClr val="0070F2"/>
              </a:solidFill>
            </a:endParaRPr>
          </a:p>
        </p:txBody>
      </p:sp>
      <p:sp>
        <p:nvSpPr>
          <p:cNvPr id="3" name="Title 2">
            <a:extLst>
              <a:ext uri="{FF2B5EF4-FFF2-40B4-BE49-F238E27FC236}">
                <a16:creationId xmlns:a16="http://schemas.microsoft.com/office/drawing/2014/main" id="{C971C09B-8C98-DF94-C3DD-6AA4ACD1F70F}"/>
              </a:ext>
            </a:extLst>
          </p:cNvPr>
          <p:cNvSpPr>
            <a:spLocks noGrp="1"/>
          </p:cNvSpPr>
          <p:nvPr>
            <p:ph type="title"/>
          </p:nvPr>
        </p:nvSpPr>
        <p:spPr/>
        <p:txBody>
          <a:bodyPr/>
          <a:lstStyle/>
          <a:p>
            <a:r>
              <a:rPr lang="en-US" dirty="0"/>
              <a:t> </a:t>
            </a:r>
            <a:r>
              <a:rPr lang="en-US" dirty="0">
                <a:solidFill>
                  <a:schemeClr val="accent6"/>
                </a:solidFill>
              </a:rPr>
              <a:t>Pre-Session Setup - Overview</a:t>
            </a:r>
          </a:p>
        </p:txBody>
      </p:sp>
    </p:spTree>
    <p:extLst>
      <p:ext uri="{BB962C8B-B14F-4D97-AF65-F5344CB8AC3E}">
        <p14:creationId xmlns:p14="http://schemas.microsoft.com/office/powerpoint/2010/main" val="1668899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4A6440-930B-DAC6-6B87-F0A3797CCF8A}"/>
              </a:ext>
            </a:extLst>
          </p:cNvPr>
          <p:cNvSpPr>
            <a:spLocks noGrp="1"/>
          </p:cNvSpPr>
          <p:nvPr>
            <p:ph type="body" sz="quarter" idx="10"/>
          </p:nvPr>
        </p:nvSpPr>
        <p:spPr/>
        <p:txBody>
          <a:bodyPr/>
          <a:lstStyle/>
          <a:p>
            <a:r>
              <a:rPr lang="en-US" b="1" dirty="0" err="1">
                <a:solidFill>
                  <a:srgbClr val="0070F2"/>
                </a:solidFill>
              </a:rPr>
              <a:t>TTXGenAI</a:t>
            </a:r>
            <a:r>
              <a:rPr lang="en-US" b="1" dirty="0">
                <a:solidFill>
                  <a:srgbClr val="0070F2"/>
                </a:solidFill>
              </a:rPr>
              <a:t> Exercise Generator</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https://ttxgenai.cfapps.eu10-005.hana.ondemand.com</a:t>
            </a:r>
            <a:endParaRPr lang="en-US" dirty="0">
              <a:solidFill>
                <a:srgbClr val="0070F2"/>
              </a:solidFill>
            </a:endParaRPr>
          </a:p>
          <a:p>
            <a:pPr marL="342900" lvl="0" indent="-342900">
              <a:buClr>
                <a:schemeClr val="accent6"/>
              </a:buClr>
              <a:buFont typeface="Wingdings" panose="05000000000000000000" pitchFamily="2" charset="2"/>
              <a:buChar char="§"/>
            </a:pPr>
            <a:br>
              <a:rPr lang="en-US" dirty="0">
                <a:solidFill>
                  <a:srgbClr val="0070F2"/>
                </a:solidFill>
              </a:rPr>
            </a:br>
            <a:r>
              <a:rPr lang="en-US" dirty="0">
                <a:solidFill>
                  <a:srgbClr val="0070F2"/>
                </a:solidFill>
              </a:rPr>
              <a:t>All AI generation happens in browser</a:t>
            </a:r>
          </a:p>
          <a:p>
            <a:pPr marL="342900" lvl="0" indent="-342900">
              <a:buClr>
                <a:schemeClr val="accent6"/>
              </a:buClr>
              <a:buFont typeface="Wingdings" panose="05000000000000000000" pitchFamily="2" charset="2"/>
              <a:buChar char="§"/>
            </a:pPr>
            <a:r>
              <a:rPr lang="en-US" dirty="0">
                <a:solidFill>
                  <a:srgbClr val="0070F2"/>
                </a:solidFill>
              </a:rPr>
              <a:t>Session is in-memory</a:t>
            </a:r>
          </a:p>
          <a:p>
            <a:pPr marL="342900" lvl="0" indent="-342900">
              <a:buClr>
                <a:schemeClr val="accent6"/>
              </a:buClr>
              <a:buFont typeface="Wingdings" panose="05000000000000000000" pitchFamily="2" charset="2"/>
              <a:buChar char="§"/>
            </a:pPr>
            <a:r>
              <a:rPr lang="en-US" dirty="0">
                <a:solidFill>
                  <a:srgbClr val="0070F2"/>
                </a:solidFill>
              </a:rPr>
              <a:t>⚠️ Don't close the browser tab during generation</a:t>
            </a:r>
          </a:p>
          <a:p>
            <a:br>
              <a:rPr lang="en-US" dirty="0">
                <a:solidFill>
                  <a:srgbClr val="0070F2"/>
                </a:solidFill>
              </a:rPr>
            </a:br>
            <a:endParaRPr lang="en-US" dirty="0">
              <a:solidFill>
                <a:srgbClr val="0070F2"/>
              </a:solidFill>
            </a:endParaRPr>
          </a:p>
          <a:p>
            <a:r>
              <a:rPr lang="en-US" b="1" dirty="0">
                <a:solidFill>
                  <a:srgbClr val="0070F2"/>
                </a:solidFill>
              </a:rPr>
              <a:t>📌 Action: Open the tool now</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B5355C56-3704-6247-0DF6-B4C270BEF603}"/>
              </a:ext>
            </a:extLst>
          </p:cNvPr>
          <p:cNvSpPr>
            <a:spLocks noGrp="1"/>
          </p:cNvSpPr>
          <p:nvPr>
            <p:ph type="title"/>
          </p:nvPr>
        </p:nvSpPr>
        <p:spPr>
          <a:xfrm>
            <a:off x="504000" y="504000"/>
            <a:ext cx="11186476" cy="369332"/>
          </a:xfrm>
        </p:spPr>
        <p:txBody>
          <a:bodyPr/>
          <a:lstStyle/>
          <a:p>
            <a:r>
              <a:rPr lang="en-US" dirty="0">
                <a:solidFill>
                  <a:schemeClr val="accent6"/>
                </a:solidFill>
              </a:rPr>
              <a:t>Demo – How to Access the Tool</a:t>
            </a:r>
          </a:p>
        </p:txBody>
      </p:sp>
    </p:spTree>
    <p:extLst>
      <p:ext uri="{BB962C8B-B14F-4D97-AF65-F5344CB8AC3E}">
        <p14:creationId xmlns:p14="http://schemas.microsoft.com/office/powerpoint/2010/main" val="2355097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46EFAA-745F-B34B-B74D-97C5771F5768}"/>
              </a:ext>
            </a:extLst>
          </p:cNvPr>
          <p:cNvSpPr>
            <a:spLocks noGrp="1"/>
          </p:cNvSpPr>
          <p:nvPr>
            <p:ph type="ctrTitle"/>
          </p:nvPr>
        </p:nvSpPr>
        <p:spPr/>
        <p:txBody>
          <a:bodyPr/>
          <a:lstStyle/>
          <a:p>
            <a:r>
              <a:rPr lang="en-US" noProof="1"/>
              <a:t>Generate the Excercise</a:t>
            </a:r>
          </a:p>
        </p:txBody>
      </p:sp>
    </p:spTree>
    <p:extLst>
      <p:ext uri="{BB962C8B-B14F-4D97-AF65-F5344CB8AC3E}">
        <p14:creationId xmlns:p14="http://schemas.microsoft.com/office/powerpoint/2010/main" val="3789383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2DB461-76BC-1C57-9F93-5F6789281F3D}"/>
              </a:ext>
            </a:extLst>
          </p:cNvPr>
          <p:cNvSpPr>
            <a:spLocks noGrp="1"/>
          </p:cNvSpPr>
          <p:nvPr>
            <p:ph type="body" sz="quarter" idx="10"/>
          </p:nvPr>
        </p:nvSpPr>
        <p:spPr/>
        <p:txBody>
          <a:bodyPr/>
          <a:lstStyle/>
          <a:p>
            <a:r>
              <a:rPr lang="en-US" b="1" dirty="0">
                <a:solidFill>
                  <a:srgbClr val="0070F2"/>
                </a:solidFill>
              </a:rPr>
              <a:t>Create Threat Intelligence Document</a:t>
            </a:r>
          </a:p>
          <a:p>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Open the NORDIC-CERT Advisory</a:t>
            </a:r>
          </a:p>
          <a:p>
            <a:pPr marL="342900" lvl="0" indent="-342900">
              <a:buClr>
                <a:schemeClr val="accent6"/>
              </a:buClr>
              <a:buFont typeface="Wingdings" panose="05000000000000000000" pitchFamily="2" charset="2"/>
              <a:buChar char="§"/>
            </a:pPr>
            <a:r>
              <a:rPr lang="en-US" dirty="0">
                <a:solidFill>
                  <a:srgbClr val="0070F2"/>
                </a:solidFill>
              </a:rPr>
              <a:t>Copy all content into a .docx or .txt file</a:t>
            </a:r>
          </a:p>
          <a:p>
            <a:pPr marL="342900" lvl="0" indent="-342900">
              <a:buClr>
                <a:schemeClr val="accent6"/>
              </a:buClr>
              <a:buFont typeface="Wingdings" panose="05000000000000000000" pitchFamily="2" charset="2"/>
              <a:buChar char="§"/>
            </a:pPr>
            <a:r>
              <a:rPr lang="en-US" b="1" dirty="0">
                <a:solidFill>
                  <a:srgbClr val="0070F2"/>
                </a:solidFill>
              </a:rPr>
              <a:t>Save with YOUR name/identifier</a:t>
            </a:r>
            <a:endParaRPr lang="en-US" dirty="0">
              <a:solidFill>
                <a:srgbClr val="0070F2"/>
              </a:solidFill>
            </a:endParaRPr>
          </a:p>
          <a:p>
            <a:pPr marL="594900" lvl="1" indent="-342900">
              <a:buClr>
                <a:schemeClr val="accent6"/>
              </a:buClr>
              <a:buFont typeface="Wingdings" panose="05000000000000000000" pitchFamily="2" charset="2"/>
              <a:buChar char="§"/>
            </a:pPr>
            <a:r>
              <a:rPr lang="en-US" dirty="0">
                <a:solidFill>
                  <a:srgbClr val="0070F2"/>
                </a:solidFill>
              </a:rPr>
              <a:t>Example: NorthernStorm_JohnDoe.docx</a:t>
            </a:r>
          </a:p>
          <a:p>
            <a:br>
              <a:rPr lang="en-US" dirty="0">
                <a:solidFill>
                  <a:srgbClr val="0070F2"/>
                </a:solidFill>
              </a:rPr>
            </a:br>
            <a:endParaRPr lang="en-US" dirty="0">
              <a:solidFill>
                <a:srgbClr val="0070F2"/>
              </a:solidFill>
            </a:endParaRPr>
          </a:p>
          <a:p>
            <a:r>
              <a:rPr lang="en-US" b="1" dirty="0">
                <a:solidFill>
                  <a:srgbClr val="0070F2"/>
                </a:solidFill>
              </a:rPr>
              <a:t>Why?</a:t>
            </a:r>
            <a:r>
              <a:rPr lang="en-US" dirty="0">
                <a:solidFill>
                  <a:srgbClr val="0070F2"/>
                </a:solidFill>
              </a:rPr>
              <a:t> This becomes your incident inspiration source</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3 minutes</a:t>
            </a:r>
            <a:endParaRPr lang="en-US" dirty="0">
              <a:solidFill>
                <a:srgbClr val="0070F2"/>
              </a:solidFill>
            </a:endParaRPr>
          </a:p>
          <a:p>
            <a:br>
              <a:rPr lang="en-US" dirty="0"/>
            </a:br>
            <a:endParaRPr lang="en-US" dirty="0"/>
          </a:p>
        </p:txBody>
      </p:sp>
      <p:sp>
        <p:nvSpPr>
          <p:cNvPr id="3" name="Title 2">
            <a:extLst>
              <a:ext uri="{FF2B5EF4-FFF2-40B4-BE49-F238E27FC236}">
                <a16:creationId xmlns:a16="http://schemas.microsoft.com/office/drawing/2014/main" id="{B1A6A834-B6A6-7FA6-9ED1-760B41CD4F02}"/>
              </a:ext>
            </a:extLst>
          </p:cNvPr>
          <p:cNvSpPr>
            <a:spLocks noGrp="1"/>
          </p:cNvSpPr>
          <p:nvPr>
            <p:ph type="title"/>
          </p:nvPr>
        </p:nvSpPr>
        <p:spPr>
          <a:xfrm>
            <a:off x="504000" y="504000"/>
            <a:ext cx="11186476" cy="369332"/>
          </a:xfrm>
        </p:spPr>
        <p:txBody>
          <a:bodyPr/>
          <a:lstStyle/>
          <a:p>
            <a:r>
              <a:rPr lang="en-US" b="1" dirty="0">
                <a:solidFill>
                  <a:schemeClr val="accent6"/>
                </a:solidFill>
              </a:rPr>
              <a:t>Generate Exercise — Step 1</a:t>
            </a:r>
            <a:endParaRPr lang="en-US" dirty="0">
              <a:solidFill>
                <a:schemeClr val="accent6"/>
              </a:solidFill>
            </a:endParaRPr>
          </a:p>
        </p:txBody>
      </p:sp>
    </p:spTree>
    <p:extLst>
      <p:ext uri="{BB962C8B-B14F-4D97-AF65-F5344CB8AC3E}">
        <p14:creationId xmlns:p14="http://schemas.microsoft.com/office/powerpoint/2010/main" val="1854275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E0FF54-A41B-B075-5B95-50F452D6D801}"/>
              </a:ext>
            </a:extLst>
          </p:cNvPr>
          <p:cNvSpPr>
            <a:spLocks noGrp="1"/>
          </p:cNvSpPr>
          <p:nvPr>
            <p:ph type="body" sz="quarter" idx="10"/>
          </p:nvPr>
        </p:nvSpPr>
        <p:spPr/>
        <p:txBody>
          <a:bodyPr/>
          <a:lstStyle/>
          <a:p>
            <a:r>
              <a:rPr lang="en-US" b="1" dirty="0">
                <a:solidFill>
                  <a:srgbClr val="0070F2"/>
                </a:solidFill>
              </a:rPr>
              <a:t>Upload to Incident Library</a:t>
            </a:r>
          </a:p>
          <a:p>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In </a:t>
            </a:r>
            <a:r>
              <a:rPr lang="en-US" dirty="0" err="1">
                <a:solidFill>
                  <a:srgbClr val="0070F2"/>
                </a:solidFill>
              </a:rPr>
              <a:t>TTXGenAI</a:t>
            </a:r>
            <a:r>
              <a:rPr lang="en-US" dirty="0">
                <a:solidFill>
                  <a:srgbClr val="0070F2"/>
                </a:solidFill>
              </a:rPr>
              <a:t> tool, click </a:t>
            </a:r>
            <a:r>
              <a:rPr lang="en-US" b="1" dirty="0">
                <a:solidFill>
                  <a:srgbClr val="0070F2"/>
                </a:solidFill>
              </a:rPr>
              <a:t>"Incident Library"</a:t>
            </a:r>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Upload your threat intel file</a:t>
            </a:r>
          </a:p>
          <a:p>
            <a:pPr marL="342900" lvl="0" indent="-342900">
              <a:buClr>
                <a:schemeClr val="accent6"/>
              </a:buClr>
              <a:buFont typeface="Wingdings" panose="05000000000000000000" pitchFamily="2" charset="2"/>
              <a:buChar char="§"/>
            </a:pPr>
            <a:r>
              <a:rPr lang="en-US" dirty="0">
                <a:solidFill>
                  <a:srgbClr val="0070F2"/>
                </a:solidFill>
              </a:rPr>
              <a:t>Confirm upload successful</a:t>
            </a:r>
          </a:p>
          <a:p>
            <a:br>
              <a:rPr lang="en-US" dirty="0">
                <a:solidFill>
                  <a:srgbClr val="0070F2"/>
                </a:solidFill>
              </a:rPr>
            </a:br>
            <a:endParaRPr lang="en-US" dirty="0">
              <a:solidFill>
                <a:srgbClr val="0070F2"/>
              </a:solidFill>
            </a:endParaRPr>
          </a:p>
          <a:p>
            <a:r>
              <a:rPr lang="en-US" b="1" dirty="0">
                <a:solidFill>
                  <a:srgbClr val="0070F2"/>
                </a:solidFill>
              </a:rPr>
              <a:t>💡 Tip:</a:t>
            </a:r>
            <a:r>
              <a:rPr lang="en-US" dirty="0">
                <a:solidFill>
                  <a:srgbClr val="0070F2"/>
                </a:solidFill>
              </a:rPr>
              <a:t> This library can store multiple real-world incidents for future exercises</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2 minutes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8285FA37-8BA3-1E62-813C-F7EEB7CCEF8B}"/>
              </a:ext>
            </a:extLst>
          </p:cNvPr>
          <p:cNvSpPr>
            <a:spLocks noGrp="1"/>
          </p:cNvSpPr>
          <p:nvPr>
            <p:ph type="title"/>
          </p:nvPr>
        </p:nvSpPr>
        <p:spPr>
          <a:xfrm>
            <a:off x="504000" y="504000"/>
            <a:ext cx="11186476" cy="369332"/>
          </a:xfrm>
        </p:spPr>
        <p:txBody>
          <a:bodyPr/>
          <a:lstStyle/>
          <a:p>
            <a:r>
              <a:rPr lang="en-US" b="1" dirty="0">
                <a:solidFill>
                  <a:schemeClr val="accent6"/>
                </a:solidFill>
              </a:rPr>
              <a:t>Generate Exercise — Step 2</a:t>
            </a:r>
            <a:endParaRPr lang="en-US" dirty="0">
              <a:solidFill>
                <a:schemeClr val="accent6"/>
              </a:solidFill>
            </a:endParaRPr>
          </a:p>
        </p:txBody>
      </p:sp>
    </p:spTree>
    <p:extLst>
      <p:ext uri="{BB962C8B-B14F-4D97-AF65-F5344CB8AC3E}">
        <p14:creationId xmlns:p14="http://schemas.microsoft.com/office/powerpoint/2010/main" val="2864348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DB81B1-65C3-FBE5-E235-3E6842B1FBCE}"/>
              </a:ext>
            </a:extLst>
          </p:cNvPr>
          <p:cNvSpPr>
            <a:spLocks noGrp="1"/>
          </p:cNvSpPr>
          <p:nvPr>
            <p:ph type="body" sz="quarter" idx="10"/>
          </p:nvPr>
        </p:nvSpPr>
        <p:spPr/>
        <p:txBody>
          <a:bodyPr/>
          <a:lstStyle/>
          <a:p>
            <a:r>
              <a:rPr lang="en-US" b="1" dirty="0">
                <a:solidFill>
                  <a:srgbClr val="0070F2"/>
                </a:solidFill>
              </a:rPr>
              <a:t>Create New Exercise</a:t>
            </a:r>
          </a:p>
          <a:p>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Return to main page</a:t>
            </a:r>
          </a:p>
          <a:p>
            <a:pPr marL="342900" lvl="0" indent="-342900">
              <a:buClr>
                <a:schemeClr val="accent6"/>
              </a:buClr>
              <a:buFont typeface="Wingdings" panose="05000000000000000000" pitchFamily="2" charset="2"/>
              <a:buChar char="§"/>
            </a:pPr>
            <a:r>
              <a:rPr lang="en-US" dirty="0">
                <a:solidFill>
                  <a:srgbClr val="0070F2"/>
                </a:solidFill>
              </a:rPr>
              <a:t>Click </a:t>
            </a:r>
            <a:r>
              <a:rPr lang="en-US" b="1" dirty="0">
                <a:solidFill>
                  <a:srgbClr val="0070F2"/>
                </a:solidFill>
              </a:rPr>
              <a:t>"Create New Exercise"</a:t>
            </a:r>
            <a:endParaRPr lang="en-US" dirty="0">
              <a:solidFill>
                <a:srgbClr val="0070F2"/>
              </a:solidFill>
            </a:endParaRPr>
          </a:p>
          <a:p>
            <a:pPr marL="342900" lvl="0" indent="-342900">
              <a:buClr>
                <a:schemeClr val="accent6"/>
              </a:buClr>
              <a:buFont typeface="Wingdings" panose="05000000000000000000" pitchFamily="2" charset="2"/>
              <a:buChar char="§"/>
            </a:pPr>
            <a:r>
              <a:rPr lang="en-US" b="1" dirty="0">
                <a:solidFill>
                  <a:srgbClr val="0070F2"/>
                </a:solidFill>
              </a:rPr>
              <a:t>Exercise Title:</a:t>
            </a:r>
            <a:r>
              <a:rPr lang="en-US" dirty="0">
                <a:solidFill>
                  <a:srgbClr val="0070F2"/>
                </a:solidFill>
              </a:rPr>
              <a:t> Include your name/identifier</a:t>
            </a:r>
          </a:p>
          <a:p>
            <a:pPr marL="342900" indent="-342900">
              <a:buClr>
                <a:schemeClr val="accent6"/>
              </a:buClr>
              <a:buFont typeface="Wingdings" panose="05000000000000000000" pitchFamily="2" charset="2"/>
              <a:buChar char="§"/>
            </a:pPr>
            <a:r>
              <a:rPr lang="en-US" dirty="0">
                <a:solidFill>
                  <a:srgbClr val="0070F2"/>
                </a:solidFill>
              </a:rPr>
              <a:t>Example: </a:t>
            </a:r>
            <a:r>
              <a:rPr lang="en-US" dirty="0" err="1">
                <a:solidFill>
                  <a:srgbClr val="0070F2"/>
                </a:solidFill>
              </a:rPr>
              <a:t>RetailNordic</a:t>
            </a:r>
            <a:r>
              <a:rPr lang="en-US" dirty="0">
                <a:solidFill>
                  <a:srgbClr val="0070F2"/>
                </a:solidFill>
              </a:rPr>
              <a:t> IR Exercise - </a:t>
            </a:r>
            <a:r>
              <a:rPr lang="en-US" dirty="0" err="1">
                <a:solidFill>
                  <a:srgbClr val="0070F2"/>
                </a:solidFill>
              </a:rPr>
              <a:t>JohnDoe</a:t>
            </a:r>
            <a:endParaRPr lang="en-US" dirty="0">
              <a:solidFill>
                <a:srgbClr val="0070F2"/>
              </a:solidFill>
            </a:endParaRPr>
          </a:p>
          <a:p>
            <a:br>
              <a:rPr lang="en-US" dirty="0">
                <a:solidFill>
                  <a:srgbClr val="0070F2"/>
                </a:solidFill>
              </a:rPr>
            </a:br>
            <a:endParaRPr lang="en-US" dirty="0">
              <a:solidFill>
                <a:srgbClr val="0070F2"/>
              </a:solidFill>
            </a:endParaRPr>
          </a:p>
          <a:p>
            <a:r>
              <a:rPr lang="en-US" b="1" dirty="0">
                <a:solidFill>
                  <a:srgbClr val="0070F2"/>
                </a:solidFill>
              </a:rPr>
              <a:t>Why personalize?</a:t>
            </a:r>
            <a:r>
              <a:rPr lang="en-US" dirty="0">
                <a:solidFill>
                  <a:srgbClr val="0070F2"/>
                </a:solidFill>
              </a:rPr>
              <a:t> We'll compare results across teams</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1 minute</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C2480743-27AB-F52A-4E9E-AC509932900F}"/>
              </a:ext>
            </a:extLst>
          </p:cNvPr>
          <p:cNvSpPr>
            <a:spLocks noGrp="1"/>
          </p:cNvSpPr>
          <p:nvPr>
            <p:ph type="title"/>
          </p:nvPr>
        </p:nvSpPr>
        <p:spPr/>
        <p:txBody>
          <a:bodyPr/>
          <a:lstStyle/>
          <a:p>
            <a:r>
              <a:rPr lang="en-US" b="1" dirty="0">
                <a:solidFill>
                  <a:schemeClr val="accent6"/>
                </a:solidFill>
              </a:rPr>
              <a:t>Generate Exercise — Step 3</a:t>
            </a:r>
            <a:endParaRPr lang="en-US" dirty="0"/>
          </a:p>
        </p:txBody>
      </p:sp>
    </p:spTree>
    <p:extLst>
      <p:ext uri="{BB962C8B-B14F-4D97-AF65-F5344CB8AC3E}">
        <p14:creationId xmlns:p14="http://schemas.microsoft.com/office/powerpoint/2010/main" val="2765628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F6F1B-2791-CD72-0622-900B4706B76D}"/>
              </a:ext>
            </a:extLst>
          </p:cNvPr>
          <p:cNvSpPr>
            <a:spLocks noGrp="1"/>
          </p:cNvSpPr>
          <p:nvPr>
            <p:ph type="body" sz="quarter" idx="10"/>
          </p:nvPr>
        </p:nvSpPr>
        <p:spPr/>
        <p:txBody>
          <a:bodyPr/>
          <a:lstStyle/>
          <a:p>
            <a:r>
              <a:rPr lang="en-US" b="1" dirty="0">
                <a:solidFill>
                  <a:srgbClr val="0070F2"/>
                </a:solidFill>
              </a:rPr>
              <a:t>Configure Exercise Parameters</a:t>
            </a:r>
          </a:p>
          <a:p>
            <a:endParaRPr lang="en-US" dirty="0">
              <a:solidFill>
                <a:srgbClr val="0070F2"/>
              </a:solidFill>
            </a:endParaRPr>
          </a:p>
          <a:p>
            <a:pPr marL="342900" indent="-342900">
              <a:buClr>
                <a:schemeClr val="accent6"/>
              </a:buClr>
              <a:buFont typeface="Wingdings" panose="05000000000000000000" pitchFamily="2" charset="2"/>
              <a:buChar char="§"/>
            </a:pPr>
            <a:r>
              <a:rPr lang="en-US" dirty="0">
                <a:solidFill>
                  <a:srgbClr val="0070F2"/>
                </a:solidFill>
              </a:rPr>
              <a:t>Use the </a:t>
            </a:r>
            <a:r>
              <a:rPr lang="en-US" b="1" dirty="0" err="1">
                <a:solidFill>
                  <a:srgbClr val="0070F2"/>
                </a:solidFill>
              </a:rPr>
              <a:t>RetailNordic</a:t>
            </a:r>
            <a:r>
              <a:rPr lang="en-US" b="1" dirty="0">
                <a:solidFill>
                  <a:srgbClr val="0070F2"/>
                </a:solidFill>
              </a:rPr>
              <a:t> Client Brief</a:t>
            </a:r>
            <a:r>
              <a:rPr lang="en-US" dirty="0">
                <a:solidFill>
                  <a:srgbClr val="0070F2"/>
                </a:solidFill>
              </a:rPr>
              <a:t> to fill:</a:t>
            </a:r>
          </a:p>
          <a:p>
            <a:pPr marL="342900" lvl="0" indent="-342900">
              <a:buClr>
                <a:schemeClr val="accent6"/>
              </a:buClr>
              <a:buFont typeface="Wingdings" panose="05000000000000000000" pitchFamily="2" charset="2"/>
              <a:buChar char="§"/>
            </a:pPr>
            <a:r>
              <a:rPr lang="en-US" dirty="0">
                <a:solidFill>
                  <a:srgbClr val="0070F2"/>
                </a:solidFill>
              </a:rPr>
              <a:t>Organization profile</a:t>
            </a:r>
          </a:p>
          <a:p>
            <a:pPr marL="342900" lvl="0" indent="-342900">
              <a:buClr>
                <a:schemeClr val="accent6"/>
              </a:buClr>
              <a:buFont typeface="Wingdings" panose="05000000000000000000" pitchFamily="2" charset="2"/>
              <a:buChar char="§"/>
            </a:pPr>
            <a:r>
              <a:rPr lang="en-US" dirty="0">
                <a:solidFill>
                  <a:srgbClr val="0070F2"/>
                </a:solidFill>
              </a:rPr>
              <a:t>System landscape</a:t>
            </a:r>
          </a:p>
          <a:p>
            <a:pPr marL="342900" lvl="0" indent="-342900">
              <a:buClr>
                <a:schemeClr val="accent6"/>
              </a:buClr>
              <a:buFont typeface="Wingdings" panose="05000000000000000000" pitchFamily="2" charset="2"/>
              <a:buChar char="§"/>
            </a:pPr>
            <a:r>
              <a:rPr lang="en-US" dirty="0">
                <a:solidFill>
                  <a:srgbClr val="0070F2"/>
                </a:solidFill>
              </a:rPr>
              <a:t>Team structure</a:t>
            </a:r>
          </a:p>
          <a:p>
            <a:pPr marL="342900" lvl="0" indent="-342900">
              <a:buClr>
                <a:schemeClr val="accent6"/>
              </a:buClr>
              <a:buFont typeface="Wingdings" panose="05000000000000000000" pitchFamily="2" charset="2"/>
              <a:buChar char="§"/>
            </a:pPr>
            <a:r>
              <a:rPr lang="en-US" b="1" dirty="0">
                <a:solidFill>
                  <a:srgbClr val="0070F2"/>
                </a:solidFill>
              </a:rPr>
              <a:t>Standard/Guideline:</a:t>
            </a:r>
            <a:r>
              <a:rPr lang="en-US" dirty="0">
                <a:solidFill>
                  <a:srgbClr val="0070F2"/>
                </a:solidFill>
              </a:rPr>
              <a:t> Select </a:t>
            </a:r>
            <a:r>
              <a:rPr lang="en-US" b="1" dirty="0">
                <a:solidFill>
                  <a:srgbClr val="0070F2"/>
                </a:solidFill>
              </a:rPr>
              <a:t>NIST SP 800-84</a:t>
            </a:r>
            <a:endParaRPr lang="en-US" dirty="0">
              <a:solidFill>
                <a:srgbClr val="0070F2"/>
              </a:solidFill>
            </a:endParaRPr>
          </a:p>
          <a:p>
            <a:br>
              <a:rPr lang="en-US" dirty="0">
                <a:solidFill>
                  <a:srgbClr val="0070F2"/>
                </a:solidFill>
              </a:rPr>
            </a:br>
            <a:endParaRPr lang="en-US" dirty="0">
              <a:solidFill>
                <a:srgbClr val="0070F2"/>
              </a:solidFill>
            </a:endParaRPr>
          </a:p>
          <a:p>
            <a:r>
              <a:rPr lang="en-US" b="1" dirty="0">
                <a:solidFill>
                  <a:srgbClr val="0070F2"/>
                </a:solidFill>
              </a:rPr>
              <a:t>📌 Reference the PDF for accurate details</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5 minutes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9ADBDDDC-E7F8-74D0-22E7-D28F7485F5BD}"/>
              </a:ext>
            </a:extLst>
          </p:cNvPr>
          <p:cNvSpPr>
            <a:spLocks noGrp="1"/>
          </p:cNvSpPr>
          <p:nvPr>
            <p:ph type="title"/>
          </p:nvPr>
        </p:nvSpPr>
        <p:spPr/>
        <p:txBody>
          <a:bodyPr/>
          <a:lstStyle/>
          <a:p>
            <a:r>
              <a:rPr lang="en-US" b="1" dirty="0">
                <a:solidFill>
                  <a:schemeClr val="accent6"/>
                </a:solidFill>
              </a:rPr>
              <a:t>Generate Exercise — Step 3</a:t>
            </a:r>
            <a:endParaRPr lang="en-US" dirty="0"/>
          </a:p>
        </p:txBody>
      </p:sp>
    </p:spTree>
    <p:extLst>
      <p:ext uri="{BB962C8B-B14F-4D97-AF65-F5344CB8AC3E}">
        <p14:creationId xmlns:p14="http://schemas.microsoft.com/office/powerpoint/2010/main" val="4216054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E2DBFC-1841-FFD6-5FE5-BB15478FFC03}"/>
              </a:ext>
            </a:extLst>
          </p:cNvPr>
          <p:cNvSpPr>
            <a:spLocks noGrp="1"/>
          </p:cNvSpPr>
          <p:nvPr>
            <p:ph type="body" sz="quarter" idx="10"/>
          </p:nvPr>
        </p:nvSpPr>
        <p:spPr/>
        <p:txBody>
          <a:bodyPr/>
          <a:lstStyle/>
          <a:p>
            <a:r>
              <a:rPr lang="en-US" b="1" dirty="0">
                <a:solidFill>
                  <a:srgbClr val="0070F2"/>
                </a:solidFill>
              </a:rPr>
              <a:t>Scenario Description</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Specify what you want:</a:t>
            </a:r>
          </a:p>
          <a:p>
            <a:pPr lvl="0"/>
            <a:r>
              <a:rPr lang="en-US" dirty="0">
                <a:solidFill>
                  <a:srgbClr val="0070F2"/>
                </a:solidFill>
              </a:rPr>
              <a:t>Exercise type: Incident Response – </a:t>
            </a:r>
            <a:r>
              <a:rPr lang="en-US" b="1" dirty="0">
                <a:solidFill>
                  <a:srgbClr val="0070F2"/>
                </a:solidFill>
              </a:rPr>
              <a:t>Select the incident from the CERT document</a:t>
            </a:r>
          </a:p>
          <a:p>
            <a:pPr lvl="0"/>
            <a:r>
              <a:rPr lang="en-US" b="1" dirty="0">
                <a:solidFill>
                  <a:srgbClr val="0070F2"/>
                </a:solidFill>
              </a:rPr>
              <a:t>Duration:</a:t>
            </a:r>
            <a:r>
              <a:rPr lang="en-US" dirty="0">
                <a:solidFill>
                  <a:srgbClr val="0070F2"/>
                </a:solidFill>
              </a:rPr>
              <a:t> 15 minutes</a:t>
            </a:r>
          </a:p>
          <a:p>
            <a:pPr lvl="0"/>
            <a:r>
              <a:rPr lang="en-US" b="1" dirty="0">
                <a:solidFill>
                  <a:srgbClr val="0070F2"/>
                </a:solidFill>
              </a:rPr>
              <a:t>Number of injects:</a:t>
            </a:r>
            <a:r>
              <a:rPr lang="en-US" dirty="0">
                <a:solidFill>
                  <a:srgbClr val="0070F2"/>
                </a:solidFill>
              </a:rPr>
              <a:t> 2 only</a:t>
            </a:r>
          </a:p>
          <a:p>
            <a:br>
              <a:rPr lang="en-US" dirty="0">
                <a:solidFill>
                  <a:srgbClr val="0070F2"/>
                </a:solidFill>
              </a:rPr>
            </a:br>
            <a:endParaRPr lang="en-US" dirty="0">
              <a:solidFill>
                <a:srgbClr val="0070F2"/>
              </a:solidFill>
            </a:endParaRPr>
          </a:p>
          <a:p>
            <a:r>
              <a:rPr lang="en-US" b="1" dirty="0">
                <a:solidFill>
                  <a:srgbClr val="0070F2"/>
                </a:solidFill>
              </a:rPr>
              <a:t>💡 Inject = a scenario event that requires team response</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3 minutes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943648C2-F7A4-0956-9858-68A88CB8B955}"/>
              </a:ext>
            </a:extLst>
          </p:cNvPr>
          <p:cNvSpPr>
            <a:spLocks noGrp="1"/>
          </p:cNvSpPr>
          <p:nvPr>
            <p:ph type="title"/>
          </p:nvPr>
        </p:nvSpPr>
        <p:spPr>
          <a:xfrm>
            <a:off x="504000" y="504000"/>
            <a:ext cx="11186476" cy="369332"/>
          </a:xfrm>
        </p:spPr>
        <p:txBody>
          <a:bodyPr/>
          <a:lstStyle/>
          <a:p>
            <a:r>
              <a:rPr lang="en-US" b="1" dirty="0">
                <a:solidFill>
                  <a:schemeClr val="accent6"/>
                </a:solidFill>
              </a:rPr>
              <a:t>Generate Exercise — Step 5</a:t>
            </a:r>
            <a:endParaRPr lang="en-US" dirty="0">
              <a:solidFill>
                <a:schemeClr val="accent6"/>
              </a:solidFill>
            </a:endParaRPr>
          </a:p>
        </p:txBody>
      </p:sp>
    </p:spTree>
    <p:extLst>
      <p:ext uri="{BB962C8B-B14F-4D97-AF65-F5344CB8AC3E}">
        <p14:creationId xmlns:p14="http://schemas.microsoft.com/office/powerpoint/2010/main" val="426010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3AB473-ABB8-4E88-6A46-0761CD6E1C68}"/>
              </a:ext>
            </a:extLst>
          </p:cNvPr>
          <p:cNvSpPr>
            <a:spLocks noGrp="1"/>
          </p:cNvSpPr>
          <p:nvPr>
            <p:ph type="body" sz="quarter" idx="10"/>
          </p:nvPr>
        </p:nvSpPr>
        <p:spPr/>
        <p:txBody>
          <a:bodyPr/>
          <a:lstStyle/>
          <a:p>
            <a:r>
              <a:rPr lang="en-US" b="1" dirty="0">
                <a:solidFill>
                  <a:srgbClr val="0070F2"/>
                </a:solidFill>
              </a:rPr>
              <a:t>Real Incident Inspiration</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In the dropdown:</a:t>
            </a:r>
          </a:p>
          <a:p>
            <a:pPr lvl="0"/>
            <a:r>
              <a:rPr lang="en-US" dirty="0">
                <a:solidFill>
                  <a:srgbClr val="0070F2"/>
                </a:solidFill>
              </a:rPr>
              <a:t>Select </a:t>
            </a:r>
            <a:r>
              <a:rPr lang="en-US" b="1" dirty="0">
                <a:solidFill>
                  <a:srgbClr val="0070F2"/>
                </a:solidFill>
              </a:rPr>
              <a:t>your uploaded file name</a:t>
            </a:r>
            <a:endParaRPr lang="en-US" dirty="0">
              <a:solidFill>
                <a:srgbClr val="0070F2"/>
              </a:solidFill>
            </a:endParaRPr>
          </a:p>
          <a:p>
            <a:r>
              <a:rPr lang="en-US" dirty="0">
                <a:solidFill>
                  <a:srgbClr val="0070F2"/>
                </a:solidFill>
              </a:rPr>
              <a:t>(the </a:t>
            </a:r>
            <a:r>
              <a:rPr lang="en-US" dirty="0" err="1">
                <a:solidFill>
                  <a:srgbClr val="0070F2"/>
                </a:solidFill>
              </a:rPr>
              <a:t>NorthernStorm</a:t>
            </a:r>
            <a:r>
              <a:rPr lang="en-US" dirty="0">
                <a:solidFill>
                  <a:srgbClr val="0070F2"/>
                </a:solidFill>
              </a:rPr>
              <a:t> document with your identifier)</a:t>
            </a:r>
          </a:p>
          <a:p>
            <a:br>
              <a:rPr lang="en-US" dirty="0">
                <a:solidFill>
                  <a:srgbClr val="0070F2"/>
                </a:solidFill>
              </a:rPr>
            </a:br>
            <a:endParaRPr lang="en-US" dirty="0">
              <a:solidFill>
                <a:srgbClr val="0070F2"/>
              </a:solidFill>
            </a:endParaRPr>
          </a:p>
          <a:p>
            <a:r>
              <a:rPr lang="en-US" dirty="0">
                <a:solidFill>
                  <a:srgbClr val="0070F2"/>
                </a:solidFill>
              </a:rPr>
              <a:t>This tells the AI which threat intelligence to base the exercise on.</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1 minute</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88617F22-625F-9676-9E02-F288E91CBBA8}"/>
              </a:ext>
            </a:extLst>
          </p:cNvPr>
          <p:cNvSpPr>
            <a:spLocks noGrp="1"/>
          </p:cNvSpPr>
          <p:nvPr>
            <p:ph type="title"/>
          </p:nvPr>
        </p:nvSpPr>
        <p:spPr>
          <a:xfrm>
            <a:off x="504000" y="504000"/>
            <a:ext cx="11186476" cy="369332"/>
          </a:xfrm>
        </p:spPr>
        <p:txBody>
          <a:bodyPr/>
          <a:lstStyle/>
          <a:p>
            <a:r>
              <a:rPr lang="en-US" b="1" dirty="0">
                <a:solidFill>
                  <a:schemeClr val="accent6"/>
                </a:solidFill>
              </a:rPr>
              <a:t>Generate Exercise — Step 6</a:t>
            </a:r>
            <a:endParaRPr lang="en-US" dirty="0">
              <a:solidFill>
                <a:schemeClr val="accent6"/>
              </a:solidFill>
            </a:endParaRPr>
          </a:p>
        </p:txBody>
      </p:sp>
    </p:spTree>
    <p:extLst>
      <p:ext uri="{BB962C8B-B14F-4D97-AF65-F5344CB8AC3E}">
        <p14:creationId xmlns:p14="http://schemas.microsoft.com/office/powerpoint/2010/main" val="795780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01324C-07A6-A301-13B2-84A8BE7225E9}"/>
              </a:ext>
            </a:extLst>
          </p:cNvPr>
          <p:cNvSpPr>
            <a:spLocks noGrp="1"/>
          </p:cNvSpPr>
          <p:nvPr>
            <p:ph type="body" sz="quarter" idx="10"/>
          </p:nvPr>
        </p:nvSpPr>
        <p:spPr/>
        <p:txBody>
          <a:bodyPr/>
          <a:lstStyle/>
          <a:p>
            <a:r>
              <a:rPr lang="en-US" b="1" dirty="0">
                <a:solidFill>
                  <a:srgbClr val="0070F2"/>
                </a:solidFill>
              </a:rPr>
              <a:t>Generate &amp; Wait</a:t>
            </a:r>
            <a:endParaRPr lang="en-US" dirty="0">
              <a:solidFill>
                <a:srgbClr val="0070F2"/>
              </a:solidFill>
            </a:endParaRPr>
          </a:p>
          <a:p>
            <a:pPr lvl="0"/>
            <a:br>
              <a:rPr lang="en-US" dirty="0">
                <a:solidFill>
                  <a:srgbClr val="0070F2"/>
                </a:solidFill>
              </a:rPr>
            </a:br>
            <a:r>
              <a:rPr lang="en-US" dirty="0">
                <a:solidFill>
                  <a:srgbClr val="0070F2"/>
                </a:solidFill>
              </a:rPr>
              <a:t>Click </a:t>
            </a:r>
            <a:r>
              <a:rPr lang="en-US" b="1" dirty="0">
                <a:solidFill>
                  <a:srgbClr val="0070F2"/>
                </a:solidFill>
              </a:rPr>
              <a:t>"Generate Exercise"</a:t>
            </a:r>
            <a:endParaRPr lang="en-US" dirty="0">
              <a:solidFill>
                <a:srgbClr val="0070F2"/>
              </a:solidFill>
            </a:endParaRPr>
          </a:p>
          <a:p>
            <a:pPr lvl="0"/>
            <a:r>
              <a:rPr lang="en-US" dirty="0">
                <a:solidFill>
                  <a:srgbClr val="0070F2"/>
                </a:solidFill>
              </a:rPr>
              <a:t>☕ Have a drink!</a:t>
            </a:r>
          </a:p>
          <a:p>
            <a:pPr lvl="0"/>
            <a:r>
              <a:rPr lang="en-US" dirty="0">
                <a:solidFill>
                  <a:srgbClr val="0070F2"/>
                </a:solidFill>
              </a:rPr>
              <a:t>AI processing time: ~30-60 seconds</a:t>
            </a:r>
          </a:p>
          <a:p>
            <a:br>
              <a:rPr lang="en-US" dirty="0">
                <a:solidFill>
                  <a:srgbClr val="0070F2"/>
                </a:solidFill>
              </a:rPr>
            </a:br>
            <a:endParaRPr lang="en-US" dirty="0">
              <a:solidFill>
                <a:srgbClr val="0070F2"/>
              </a:solidFill>
            </a:endParaRPr>
          </a:p>
          <a:p>
            <a:r>
              <a:rPr lang="en-US" b="1" dirty="0">
                <a:solidFill>
                  <a:srgbClr val="0070F2"/>
                </a:solidFill>
              </a:rPr>
              <a:t>What's happening behind the scenes?</a:t>
            </a:r>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SAP AI Core analyzes threat intel</a:t>
            </a:r>
          </a:p>
          <a:p>
            <a:pPr marL="342900" lvl="0" indent="-342900">
              <a:buClr>
                <a:schemeClr val="accent6"/>
              </a:buClr>
              <a:buFont typeface="Wingdings" panose="05000000000000000000" pitchFamily="2" charset="2"/>
              <a:buChar char="§"/>
            </a:pPr>
            <a:r>
              <a:rPr lang="en-US" dirty="0">
                <a:solidFill>
                  <a:srgbClr val="0070F2"/>
                </a:solidFill>
              </a:rPr>
              <a:t>Generates contextual injects</a:t>
            </a:r>
          </a:p>
          <a:p>
            <a:pPr marL="342900" lvl="0" indent="-342900">
              <a:buClr>
                <a:schemeClr val="accent6"/>
              </a:buClr>
              <a:buFont typeface="Wingdings" panose="05000000000000000000" pitchFamily="2" charset="2"/>
              <a:buChar char="§"/>
            </a:pPr>
            <a:r>
              <a:rPr lang="en-US" dirty="0">
                <a:solidFill>
                  <a:srgbClr val="0070F2"/>
                </a:solidFill>
              </a:rPr>
              <a:t>Maps to NIST framework</a:t>
            </a:r>
          </a:p>
          <a:p>
            <a:pPr marL="342900" lvl="0" indent="-342900">
              <a:buClr>
                <a:schemeClr val="accent6"/>
              </a:buClr>
              <a:buFont typeface="Wingdings" panose="05000000000000000000" pitchFamily="2" charset="2"/>
              <a:buChar char="§"/>
            </a:pPr>
            <a:r>
              <a:rPr lang="en-US" dirty="0">
                <a:solidFill>
                  <a:srgbClr val="0070F2"/>
                </a:solidFill>
              </a:rPr>
              <a:t>Creates evaluation criteria</a:t>
            </a:r>
          </a:p>
          <a:p>
            <a:endParaRPr lang="en-US" dirty="0"/>
          </a:p>
        </p:txBody>
      </p:sp>
      <p:sp>
        <p:nvSpPr>
          <p:cNvPr id="3" name="Title 2">
            <a:extLst>
              <a:ext uri="{FF2B5EF4-FFF2-40B4-BE49-F238E27FC236}">
                <a16:creationId xmlns:a16="http://schemas.microsoft.com/office/drawing/2014/main" id="{641E6840-0EEA-EE9D-7E81-8E93293C0F43}"/>
              </a:ext>
            </a:extLst>
          </p:cNvPr>
          <p:cNvSpPr>
            <a:spLocks noGrp="1"/>
          </p:cNvSpPr>
          <p:nvPr>
            <p:ph type="title"/>
          </p:nvPr>
        </p:nvSpPr>
        <p:spPr>
          <a:xfrm>
            <a:off x="504000" y="504000"/>
            <a:ext cx="11186476" cy="369332"/>
          </a:xfrm>
        </p:spPr>
        <p:txBody>
          <a:bodyPr/>
          <a:lstStyle/>
          <a:p>
            <a:r>
              <a:rPr lang="en-US" b="1" dirty="0">
                <a:solidFill>
                  <a:schemeClr val="accent6"/>
                </a:solidFill>
              </a:rPr>
              <a:t>Generate Exercise — Step 7</a:t>
            </a:r>
            <a:endParaRPr lang="en-US" dirty="0">
              <a:solidFill>
                <a:schemeClr val="accent6"/>
              </a:solidFill>
            </a:endParaRPr>
          </a:p>
        </p:txBody>
      </p:sp>
    </p:spTree>
    <p:extLst>
      <p:ext uri="{BB962C8B-B14F-4D97-AF65-F5344CB8AC3E}">
        <p14:creationId xmlns:p14="http://schemas.microsoft.com/office/powerpoint/2010/main" val="3342271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FCBD33-FEA5-F14E-CEFB-74974D22153C}"/>
              </a:ext>
            </a:extLst>
          </p:cNvPr>
          <p:cNvSpPr>
            <a:spLocks noGrp="1"/>
          </p:cNvSpPr>
          <p:nvPr>
            <p:ph type="body" sz="quarter" idx="10"/>
          </p:nvPr>
        </p:nvSpPr>
        <p:spPr/>
        <p:txBody>
          <a:bodyPr/>
          <a:lstStyle/>
          <a:p>
            <a:r>
              <a:rPr lang="en-US" b="1" dirty="0">
                <a:solidFill>
                  <a:srgbClr val="0070F2"/>
                </a:solidFill>
              </a:rPr>
              <a:t>Compare Results</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5 minutes for group discussion</a:t>
            </a:r>
            <a:endParaRPr lang="en-US" dirty="0">
              <a:solidFill>
                <a:srgbClr val="0070F2"/>
              </a:solidFill>
            </a:endParaRPr>
          </a:p>
          <a:p>
            <a:br>
              <a:rPr lang="en-US" dirty="0">
                <a:solidFill>
                  <a:srgbClr val="0070F2"/>
                </a:solidFill>
              </a:rPr>
            </a:br>
            <a:endParaRPr lang="en-US" dirty="0">
              <a:solidFill>
                <a:srgbClr val="0070F2"/>
              </a:solidFill>
            </a:endParaRPr>
          </a:p>
          <a:p>
            <a:r>
              <a:rPr lang="en-US" b="1" dirty="0">
                <a:solidFill>
                  <a:srgbClr val="0070F2"/>
                </a:solidFill>
              </a:rPr>
              <a:t>Discussion points:</a:t>
            </a:r>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How did scenarios differ?</a:t>
            </a:r>
          </a:p>
          <a:p>
            <a:pPr marL="342900" lvl="0" indent="-342900">
              <a:buClr>
                <a:schemeClr val="accent6"/>
              </a:buClr>
              <a:buFont typeface="Wingdings" panose="05000000000000000000" pitchFamily="2" charset="2"/>
              <a:buChar char="§"/>
            </a:pPr>
            <a:r>
              <a:rPr lang="en-US" dirty="0">
                <a:solidFill>
                  <a:srgbClr val="0070F2"/>
                </a:solidFill>
              </a:rPr>
              <a:t>Which injects were most realistic?</a:t>
            </a:r>
          </a:p>
          <a:p>
            <a:pPr marL="342900" lvl="0" indent="-342900">
              <a:buClr>
                <a:schemeClr val="accent6"/>
              </a:buClr>
              <a:buFont typeface="Wingdings" panose="05000000000000000000" pitchFamily="2" charset="2"/>
              <a:buChar char="§"/>
            </a:pPr>
            <a:r>
              <a:rPr lang="en-US" dirty="0">
                <a:solidFill>
                  <a:srgbClr val="0070F2"/>
                </a:solidFill>
              </a:rPr>
              <a:t>What variations emerged from the same threat intel?</a:t>
            </a:r>
          </a:p>
          <a:p>
            <a:br>
              <a:rPr lang="en-US" dirty="0">
                <a:solidFill>
                  <a:srgbClr val="0070F2"/>
                </a:solidFill>
              </a:rPr>
            </a:br>
            <a:endParaRPr lang="en-US" dirty="0">
              <a:solidFill>
                <a:srgbClr val="0070F2"/>
              </a:solidFill>
            </a:endParaRPr>
          </a:p>
          <a:p>
            <a:r>
              <a:rPr lang="en-US" b="1" dirty="0">
                <a:solidFill>
                  <a:srgbClr val="0070F2"/>
                </a:solidFill>
              </a:rPr>
              <a:t>💡 Learning:</a:t>
            </a:r>
            <a:r>
              <a:rPr lang="en-US" dirty="0">
                <a:solidFill>
                  <a:srgbClr val="0070F2"/>
                </a:solidFill>
              </a:rPr>
              <a:t> AI generates diverse scenarios from identical inputs</a:t>
            </a:r>
          </a:p>
          <a:p>
            <a:br>
              <a:rPr lang="en-US" dirty="0"/>
            </a:br>
            <a:endParaRPr lang="en-US" dirty="0"/>
          </a:p>
        </p:txBody>
      </p:sp>
      <p:sp>
        <p:nvSpPr>
          <p:cNvPr id="3" name="Title 2">
            <a:extLst>
              <a:ext uri="{FF2B5EF4-FFF2-40B4-BE49-F238E27FC236}">
                <a16:creationId xmlns:a16="http://schemas.microsoft.com/office/drawing/2014/main" id="{3C299300-BE4C-6C85-259C-31B34FA00381}"/>
              </a:ext>
            </a:extLst>
          </p:cNvPr>
          <p:cNvSpPr>
            <a:spLocks noGrp="1"/>
          </p:cNvSpPr>
          <p:nvPr>
            <p:ph type="title"/>
          </p:nvPr>
        </p:nvSpPr>
        <p:spPr/>
        <p:txBody>
          <a:bodyPr/>
          <a:lstStyle/>
          <a:p>
            <a:r>
              <a:rPr lang="en-US" b="1" dirty="0">
                <a:solidFill>
                  <a:schemeClr val="accent6"/>
                </a:solidFill>
              </a:rPr>
              <a:t>Generate Exercise — Step 8</a:t>
            </a:r>
            <a:endParaRPr lang="en-US" dirty="0"/>
          </a:p>
        </p:txBody>
      </p:sp>
    </p:spTree>
    <p:extLst>
      <p:ext uri="{BB962C8B-B14F-4D97-AF65-F5344CB8AC3E}">
        <p14:creationId xmlns:p14="http://schemas.microsoft.com/office/powerpoint/2010/main" val="2147423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63449-2C7D-4886-02EF-8162FED4C66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199A2F-9E6C-3BD2-64D6-558D4FE2B06D}"/>
              </a:ext>
            </a:extLst>
          </p:cNvPr>
          <p:cNvSpPr>
            <a:spLocks noGrp="1"/>
          </p:cNvSpPr>
          <p:nvPr>
            <p:ph type="ctrTitle"/>
          </p:nvPr>
        </p:nvSpPr>
        <p:spPr/>
        <p:txBody>
          <a:bodyPr/>
          <a:lstStyle/>
          <a:p>
            <a:r>
              <a:rPr lang="en-US" noProof="1"/>
              <a:t>Evaluate &amp; Report</a:t>
            </a:r>
          </a:p>
        </p:txBody>
      </p:sp>
    </p:spTree>
    <p:extLst>
      <p:ext uri="{BB962C8B-B14F-4D97-AF65-F5344CB8AC3E}">
        <p14:creationId xmlns:p14="http://schemas.microsoft.com/office/powerpoint/2010/main" val="1700045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B2DE54-2B08-F689-5D56-F00BDE04F894}"/>
              </a:ext>
            </a:extLst>
          </p:cNvPr>
          <p:cNvSpPr>
            <a:spLocks noGrp="1"/>
          </p:cNvSpPr>
          <p:nvPr>
            <p:ph type="body" sz="quarter" idx="10"/>
          </p:nvPr>
        </p:nvSpPr>
        <p:spPr/>
        <p:txBody>
          <a:bodyPr/>
          <a:lstStyle/>
          <a:p>
            <a:r>
              <a:rPr lang="en-US" b="1" dirty="0">
                <a:solidFill>
                  <a:srgbClr val="0070F2"/>
                </a:solidFill>
              </a:rPr>
              <a:t>Simulate a Failed Response</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For </a:t>
            </a:r>
            <a:r>
              <a:rPr lang="en-US" b="1" dirty="0">
                <a:solidFill>
                  <a:srgbClr val="0070F2"/>
                </a:solidFill>
              </a:rPr>
              <a:t>Inject 1 Evaluation:</a:t>
            </a:r>
            <a:endParaRPr lang="en-US" dirty="0">
              <a:solidFill>
                <a:srgbClr val="0070F2"/>
              </a:solidFill>
            </a:endParaRPr>
          </a:p>
          <a:p>
            <a:pPr lvl="0"/>
            <a:r>
              <a:rPr lang="en-US" dirty="0">
                <a:solidFill>
                  <a:srgbClr val="0070F2"/>
                </a:solidFill>
              </a:rPr>
              <a:t>Select: </a:t>
            </a:r>
            <a:r>
              <a:rPr lang="en-US" b="1" dirty="0">
                <a:solidFill>
                  <a:srgbClr val="0070F2"/>
                </a:solidFill>
              </a:rPr>
              <a:t>❌ FAIL</a:t>
            </a:r>
            <a:endParaRPr lang="en-US" dirty="0">
              <a:solidFill>
                <a:srgbClr val="0070F2"/>
              </a:solidFill>
            </a:endParaRPr>
          </a:p>
          <a:p>
            <a:pPr lvl="0"/>
            <a:r>
              <a:rPr lang="en-US" dirty="0">
                <a:solidFill>
                  <a:srgbClr val="0070F2"/>
                </a:solidFill>
              </a:rPr>
              <a:t>Observation: "No answer provided" (or similar)</a:t>
            </a:r>
          </a:p>
          <a:p>
            <a:br>
              <a:rPr lang="en-US" dirty="0">
                <a:solidFill>
                  <a:srgbClr val="0070F2"/>
                </a:solidFill>
              </a:rPr>
            </a:br>
            <a:endParaRPr lang="en-US" dirty="0">
              <a:solidFill>
                <a:srgbClr val="0070F2"/>
              </a:solidFill>
            </a:endParaRPr>
          </a:p>
          <a:p>
            <a:r>
              <a:rPr lang="en-US" b="1" dirty="0">
                <a:solidFill>
                  <a:srgbClr val="0070F2"/>
                </a:solidFill>
              </a:rPr>
              <a:t>Why fail intentionally?</a:t>
            </a:r>
            <a:r>
              <a:rPr lang="en-US" dirty="0">
                <a:solidFill>
                  <a:srgbClr val="0070F2"/>
                </a:solidFill>
              </a:rPr>
              <a:t> See how the tool handles gaps and generates improvement recommendations.</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2 minutes</a:t>
            </a:r>
            <a:endParaRPr lang="en-US" dirty="0">
              <a:solidFill>
                <a:srgbClr val="0070F2"/>
              </a:solidFill>
            </a:endParaRPr>
          </a:p>
          <a:p>
            <a:br>
              <a:rPr lang="en-US" dirty="0"/>
            </a:br>
            <a:endParaRPr lang="en-US" dirty="0"/>
          </a:p>
        </p:txBody>
      </p:sp>
      <p:sp>
        <p:nvSpPr>
          <p:cNvPr id="3" name="Title 2">
            <a:extLst>
              <a:ext uri="{FF2B5EF4-FFF2-40B4-BE49-F238E27FC236}">
                <a16:creationId xmlns:a16="http://schemas.microsoft.com/office/drawing/2014/main" id="{835261E9-1A10-9AF4-87B8-B6A2297C30F4}"/>
              </a:ext>
            </a:extLst>
          </p:cNvPr>
          <p:cNvSpPr>
            <a:spLocks noGrp="1"/>
          </p:cNvSpPr>
          <p:nvPr>
            <p:ph type="title"/>
          </p:nvPr>
        </p:nvSpPr>
        <p:spPr>
          <a:xfrm>
            <a:off x="504000" y="504000"/>
            <a:ext cx="11186476" cy="369332"/>
          </a:xfrm>
        </p:spPr>
        <p:txBody>
          <a:bodyPr/>
          <a:lstStyle/>
          <a:p>
            <a:r>
              <a:rPr lang="en-US" b="1" dirty="0">
                <a:solidFill>
                  <a:schemeClr val="accent6"/>
                </a:solidFill>
              </a:rPr>
              <a:t>Evaluate — Inject 1</a:t>
            </a:r>
            <a:endParaRPr lang="en-US" dirty="0">
              <a:solidFill>
                <a:schemeClr val="accent6"/>
              </a:solidFill>
            </a:endParaRPr>
          </a:p>
        </p:txBody>
      </p:sp>
    </p:spTree>
    <p:extLst>
      <p:ext uri="{BB962C8B-B14F-4D97-AF65-F5344CB8AC3E}">
        <p14:creationId xmlns:p14="http://schemas.microsoft.com/office/powerpoint/2010/main" val="3820187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288F85-EC15-DF29-BA9B-7E97F61D0EBA}"/>
              </a:ext>
            </a:extLst>
          </p:cNvPr>
          <p:cNvSpPr>
            <a:spLocks noGrp="1"/>
          </p:cNvSpPr>
          <p:nvPr>
            <p:ph type="body" sz="quarter" idx="10"/>
          </p:nvPr>
        </p:nvSpPr>
        <p:spPr/>
        <p:txBody>
          <a:bodyPr/>
          <a:lstStyle/>
          <a:p>
            <a:r>
              <a:rPr lang="en-US" b="1" dirty="0">
                <a:solidFill>
                  <a:srgbClr val="0070F2"/>
                </a:solidFill>
              </a:rPr>
              <a:t>Simulate a Successful Response</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For </a:t>
            </a:r>
            <a:r>
              <a:rPr lang="en-US" b="1" dirty="0">
                <a:solidFill>
                  <a:srgbClr val="0070F2"/>
                </a:solidFill>
              </a:rPr>
              <a:t>Inject 2 Evaluation:</a:t>
            </a:r>
            <a:endParaRPr lang="en-US" dirty="0">
              <a:solidFill>
                <a:srgbClr val="0070F2"/>
              </a:solidFill>
            </a:endParaRPr>
          </a:p>
          <a:p>
            <a:pPr lvl="0"/>
            <a:r>
              <a:rPr lang="en-US" dirty="0">
                <a:solidFill>
                  <a:srgbClr val="0070F2"/>
                </a:solidFill>
              </a:rPr>
              <a:t>Select: </a:t>
            </a:r>
            <a:r>
              <a:rPr lang="en-US" b="1" dirty="0">
                <a:solidFill>
                  <a:srgbClr val="0070F2"/>
                </a:solidFill>
              </a:rPr>
              <a:t>✅ SUCCESS</a:t>
            </a:r>
            <a:endParaRPr lang="en-US" dirty="0">
              <a:solidFill>
                <a:srgbClr val="0070F2"/>
              </a:solidFill>
            </a:endParaRPr>
          </a:p>
          <a:p>
            <a:pPr lvl="0"/>
            <a:r>
              <a:rPr lang="en-US" dirty="0">
                <a:solidFill>
                  <a:srgbClr val="0070F2"/>
                </a:solidFill>
              </a:rPr>
              <a:t>Observation: Copy-paste the "Expected Actions" suggestion</a:t>
            </a:r>
          </a:p>
          <a:p>
            <a:br>
              <a:rPr lang="en-US" dirty="0">
                <a:solidFill>
                  <a:srgbClr val="0070F2"/>
                </a:solidFill>
              </a:rPr>
            </a:br>
            <a:endParaRPr lang="en-US" dirty="0">
              <a:solidFill>
                <a:srgbClr val="0070F2"/>
              </a:solidFill>
            </a:endParaRPr>
          </a:p>
          <a:p>
            <a:r>
              <a:rPr lang="en-US" b="1" dirty="0">
                <a:solidFill>
                  <a:srgbClr val="0070F2"/>
                </a:solidFill>
              </a:rPr>
              <a:t>Why succeed?</a:t>
            </a:r>
            <a:r>
              <a:rPr lang="en-US" dirty="0">
                <a:solidFill>
                  <a:srgbClr val="0070F2"/>
                </a:solidFill>
              </a:rPr>
              <a:t> Compare how recommendations differ between success/failure.</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2 minutes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AFE6687B-7406-6A2B-3CBE-32AAAEEB6987}"/>
              </a:ext>
            </a:extLst>
          </p:cNvPr>
          <p:cNvSpPr>
            <a:spLocks noGrp="1"/>
          </p:cNvSpPr>
          <p:nvPr>
            <p:ph type="title"/>
          </p:nvPr>
        </p:nvSpPr>
        <p:spPr>
          <a:xfrm>
            <a:off x="504000" y="504000"/>
            <a:ext cx="11186476" cy="369332"/>
          </a:xfrm>
        </p:spPr>
        <p:txBody>
          <a:bodyPr/>
          <a:lstStyle/>
          <a:p>
            <a:r>
              <a:rPr lang="en-US" b="1" dirty="0">
                <a:solidFill>
                  <a:schemeClr val="accent6"/>
                </a:solidFill>
              </a:rPr>
              <a:t>Evaluate — Inject 2</a:t>
            </a:r>
            <a:endParaRPr lang="en-US" dirty="0">
              <a:solidFill>
                <a:schemeClr val="accent6"/>
              </a:solidFill>
            </a:endParaRPr>
          </a:p>
        </p:txBody>
      </p:sp>
    </p:spTree>
    <p:extLst>
      <p:ext uri="{BB962C8B-B14F-4D97-AF65-F5344CB8AC3E}">
        <p14:creationId xmlns:p14="http://schemas.microsoft.com/office/powerpoint/2010/main" val="568913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40AC3A-3D04-7593-B85E-175A3F98E1D0}"/>
              </a:ext>
            </a:extLst>
          </p:cNvPr>
          <p:cNvSpPr>
            <a:spLocks noGrp="1"/>
          </p:cNvSpPr>
          <p:nvPr>
            <p:ph type="body" sz="quarter" idx="10"/>
          </p:nvPr>
        </p:nvSpPr>
        <p:spPr/>
        <p:txBody>
          <a:bodyPr/>
          <a:lstStyle/>
          <a:p>
            <a:r>
              <a:rPr lang="en-US" b="1" dirty="0">
                <a:solidFill>
                  <a:srgbClr val="0070F2"/>
                </a:solidFill>
              </a:rPr>
              <a:t>AI-Powered Analysis</a:t>
            </a:r>
            <a:endParaRPr lang="en-US" dirty="0">
              <a:solidFill>
                <a:srgbClr val="0070F2"/>
              </a:solidFill>
            </a:endParaRPr>
          </a:p>
          <a:p>
            <a:pPr lvl="0"/>
            <a:br>
              <a:rPr lang="en-US" dirty="0">
                <a:solidFill>
                  <a:srgbClr val="0070F2"/>
                </a:solidFill>
              </a:rPr>
            </a:br>
            <a:r>
              <a:rPr lang="en-US" dirty="0">
                <a:solidFill>
                  <a:srgbClr val="0070F2"/>
                </a:solidFill>
              </a:rPr>
              <a:t>Click </a:t>
            </a:r>
            <a:r>
              <a:rPr lang="en-US" b="1" dirty="0">
                <a:solidFill>
                  <a:srgbClr val="0070F2"/>
                </a:solidFill>
              </a:rPr>
              <a:t>"Generate Security Report"</a:t>
            </a:r>
            <a:endParaRPr lang="en-US" dirty="0">
              <a:solidFill>
                <a:srgbClr val="0070F2"/>
              </a:solidFill>
            </a:endParaRPr>
          </a:p>
          <a:p>
            <a:pPr lvl="0"/>
            <a:r>
              <a:rPr lang="en-US" dirty="0">
                <a:solidFill>
                  <a:srgbClr val="0070F2"/>
                </a:solidFill>
              </a:rPr>
              <a:t>Wait ~20 seconds for AI processing</a:t>
            </a:r>
          </a:p>
          <a:p>
            <a:br>
              <a:rPr lang="en-US" dirty="0">
                <a:solidFill>
                  <a:srgbClr val="0070F2"/>
                </a:solidFill>
              </a:rPr>
            </a:br>
            <a:endParaRPr lang="en-US" dirty="0">
              <a:solidFill>
                <a:srgbClr val="0070F2"/>
              </a:solidFill>
            </a:endParaRPr>
          </a:p>
          <a:p>
            <a:r>
              <a:rPr lang="en-US" b="1" dirty="0">
                <a:solidFill>
                  <a:srgbClr val="0070F2"/>
                </a:solidFill>
              </a:rPr>
              <a:t>What's being generated?</a:t>
            </a:r>
            <a:endParaRPr lang="en-US" dirty="0">
              <a:solidFill>
                <a:srgbClr val="0070F2"/>
              </a:solidFill>
            </a:endParaRPr>
          </a:p>
          <a:p>
            <a:pPr marL="342900" lvl="0" indent="-342900">
              <a:buClr>
                <a:schemeClr val="accent6"/>
              </a:buClr>
              <a:buFont typeface="Wingdings" panose="05000000000000000000" pitchFamily="2" charset="2"/>
              <a:buChar char="§"/>
            </a:pPr>
            <a:r>
              <a:rPr lang="en-US" dirty="0">
                <a:solidFill>
                  <a:srgbClr val="0070F2"/>
                </a:solidFill>
              </a:rPr>
              <a:t>Gap analysis (based on your inject evaluations)</a:t>
            </a:r>
          </a:p>
          <a:p>
            <a:pPr marL="342900" lvl="0" indent="-342900">
              <a:buClr>
                <a:schemeClr val="accent6"/>
              </a:buClr>
              <a:buFont typeface="Wingdings" panose="05000000000000000000" pitchFamily="2" charset="2"/>
              <a:buChar char="§"/>
            </a:pPr>
            <a:r>
              <a:rPr lang="en-US" dirty="0">
                <a:solidFill>
                  <a:srgbClr val="0070F2"/>
                </a:solidFill>
              </a:rPr>
              <a:t>Prioritized recommendations</a:t>
            </a:r>
          </a:p>
          <a:p>
            <a:pPr marL="342900" lvl="0" indent="-342900">
              <a:buClr>
                <a:schemeClr val="accent6"/>
              </a:buClr>
              <a:buFont typeface="Wingdings" panose="05000000000000000000" pitchFamily="2" charset="2"/>
              <a:buChar char="§"/>
            </a:pPr>
            <a:r>
              <a:rPr lang="en-US" dirty="0">
                <a:solidFill>
                  <a:srgbClr val="0070F2"/>
                </a:solidFill>
              </a:rPr>
              <a:t>Executive summary</a:t>
            </a:r>
          </a:p>
          <a:p>
            <a:pPr marL="342900" lvl="0" indent="-342900">
              <a:buClr>
                <a:schemeClr val="accent6"/>
              </a:buClr>
              <a:buFont typeface="Wingdings" panose="05000000000000000000" pitchFamily="2" charset="2"/>
              <a:buChar char="§"/>
            </a:pPr>
            <a:r>
              <a:rPr lang="en-US" dirty="0">
                <a:solidFill>
                  <a:srgbClr val="0070F2"/>
                </a:solidFill>
              </a:rPr>
              <a:t>Compliance mapping</a:t>
            </a:r>
          </a:p>
          <a:p>
            <a:br>
              <a:rPr lang="en-US" dirty="0">
                <a:solidFill>
                  <a:srgbClr val="0070F2"/>
                </a:solidFill>
              </a:rPr>
            </a:br>
            <a:endParaRPr lang="en-US" dirty="0">
              <a:solidFill>
                <a:srgbClr val="0070F2"/>
              </a:solidFill>
            </a:endParaRPr>
          </a:p>
        </p:txBody>
      </p:sp>
      <p:sp>
        <p:nvSpPr>
          <p:cNvPr id="3" name="Title 2">
            <a:extLst>
              <a:ext uri="{FF2B5EF4-FFF2-40B4-BE49-F238E27FC236}">
                <a16:creationId xmlns:a16="http://schemas.microsoft.com/office/drawing/2014/main" id="{E0FF9D41-9F67-66ED-36D7-B26AFD1D69A9}"/>
              </a:ext>
            </a:extLst>
          </p:cNvPr>
          <p:cNvSpPr>
            <a:spLocks noGrp="1"/>
          </p:cNvSpPr>
          <p:nvPr>
            <p:ph type="title"/>
          </p:nvPr>
        </p:nvSpPr>
        <p:spPr>
          <a:xfrm>
            <a:off x="504000" y="504000"/>
            <a:ext cx="11186476" cy="369332"/>
          </a:xfrm>
        </p:spPr>
        <p:txBody>
          <a:bodyPr/>
          <a:lstStyle/>
          <a:p>
            <a:r>
              <a:rPr lang="en-US" b="1" dirty="0"/>
              <a:t>Generate Security Report</a:t>
            </a:r>
            <a:endParaRPr lang="en-US" dirty="0"/>
          </a:p>
        </p:txBody>
      </p:sp>
    </p:spTree>
    <p:extLst>
      <p:ext uri="{BB962C8B-B14F-4D97-AF65-F5344CB8AC3E}">
        <p14:creationId xmlns:p14="http://schemas.microsoft.com/office/powerpoint/2010/main" val="1936352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4D5B22-BF35-6B4E-1DD8-F0742B87DD0C}"/>
              </a:ext>
            </a:extLst>
          </p:cNvPr>
          <p:cNvSpPr>
            <a:spLocks noGrp="1"/>
          </p:cNvSpPr>
          <p:nvPr>
            <p:ph type="body" sz="quarter" idx="10"/>
          </p:nvPr>
        </p:nvSpPr>
        <p:spPr/>
        <p:txBody>
          <a:bodyPr/>
          <a:lstStyle/>
          <a:p>
            <a:r>
              <a:rPr lang="en-US" b="1" dirty="0">
                <a:solidFill>
                  <a:srgbClr val="0070F2"/>
                </a:solidFill>
              </a:rPr>
              <a:t>Group Discussion</a:t>
            </a:r>
            <a:endParaRPr lang="en-US" dirty="0">
              <a:solidFill>
                <a:srgbClr val="0070F2"/>
              </a:solidFill>
            </a:endParaRPr>
          </a:p>
          <a:p>
            <a:br>
              <a:rPr lang="en-US" dirty="0">
                <a:solidFill>
                  <a:srgbClr val="0070F2"/>
                </a:solidFill>
              </a:rPr>
            </a:br>
            <a:endParaRPr lang="en-US" dirty="0">
              <a:solidFill>
                <a:srgbClr val="0070F2"/>
              </a:solidFill>
            </a:endParaRPr>
          </a:p>
          <a:p>
            <a:r>
              <a:rPr lang="en-US" dirty="0">
                <a:solidFill>
                  <a:srgbClr val="0070F2"/>
                </a:solidFill>
              </a:rPr>
              <a:t>Let's review together:</a:t>
            </a:r>
          </a:p>
          <a:p>
            <a:pPr marL="342900" lvl="0" indent="-342900">
              <a:buClr>
                <a:schemeClr val="accent6"/>
              </a:buClr>
              <a:buFont typeface="Wingdings" panose="05000000000000000000" pitchFamily="2" charset="2"/>
              <a:buChar char="§"/>
            </a:pPr>
            <a:r>
              <a:rPr lang="en-US" dirty="0">
                <a:solidFill>
                  <a:srgbClr val="0070F2"/>
                </a:solidFill>
              </a:rPr>
              <a:t>What patterns do you see?</a:t>
            </a:r>
          </a:p>
          <a:p>
            <a:pPr marL="342900" lvl="0" indent="-342900">
              <a:buClr>
                <a:schemeClr val="accent6"/>
              </a:buClr>
              <a:buFont typeface="Wingdings" panose="05000000000000000000" pitchFamily="2" charset="2"/>
              <a:buChar char="§"/>
            </a:pPr>
            <a:r>
              <a:rPr lang="en-US" dirty="0">
                <a:solidFill>
                  <a:srgbClr val="0070F2"/>
                </a:solidFill>
              </a:rPr>
              <a:t>Are recommendations actionable?</a:t>
            </a:r>
          </a:p>
          <a:p>
            <a:pPr marL="342900" lvl="0" indent="-342900">
              <a:buClr>
                <a:schemeClr val="accent6"/>
              </a:buClr>
              <a:buFont typeface="Wingdings" panose="05000000000000000000" pitchFamily="2" charset="2"/>
              <a:buChar char="§"/>
            </a:pPr>
            <a:r>
              <a:rPr lang="en-US" dirty="0">
                <a:solidFill>
                  <a:srgbClr val="0070F2"/>
                </a:solidFill>
              </a:rPr>
              <a:t>How do they differ based on success/failure?</a:t>
            </a:r>
          </a:p>
          <a:p>
            <a:pPr marL="342900" lvl="0" indent="-342900">
              <a:buClr>
                <a:schemeClr val="accent6"/>
              </a:buClr>
              <a:buFont typeface="Wingdings" panose="05000000000000000000" pitchFamily="2" charset="2"/>
              <a:buChar char="§"/>
            </a:pPr>
            <a:r>
              <a:rPr lang="en-US" dirty="0">
                <a:solidFill>
                  <a:srgbClr val="0070F2"/>
                </a:solidFill>
              </a:rPr>
              <a:t>Would this be useful for your organization?</a:t>
            </a:r>
          </a:p>
          <a:p>
            <a:br>
              <a:rPr lang="en-US" dirty="0">
                <a:solidFill>
                  <a:srgbClr val="0070F2"/>
                </a:solidFill>
              </a:rPr>
            </a:br>
            <a:endParaRPr lang="en-US" dirty="0">
              <a:solidFill>
                <a:srgbClr val="0070F2"/>
              </a:solidFill>
            </a:endParaRPr>
          </a:p>
          <a:p>
            <a:r>
              <a:rPr lang="en-US" dirty="0">
                <a:solidFill>
                  <a:srgbClr val="0070F2"/>
                </a:solidFill>
              </a:rPr>
              <a:t>⏱️ </a:t>
            </a:r>
            <a:r>
              <a:rPr lang="en-US" b="1" dirty="0">
                <a:solidFill>
                  <a:srgbClr val="0070F2"/>
                </a:solidFill>
              </a:rPr>
              <a:t>Time: 3 minutes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31B3EF0E-0C7B-26B7-88B2-783E61FC6794}"/>
              </a:ext>
            </a:extLst>
          </p:cNvPr>
          <p:cNvSpPr>
            <a:spLocks noGrp="1"/>
          </p:cNvSpPr>
          <p:nvPr>
            <p:ph type="title"/>
          </p:nvPr>
        </p:nvSpPr>
        <p:spPr>
          <a:xfrm>
            <a:off x="504000" y="504000"/>
            <a:ext cx="11186476" cy="369332"/>
          </a:xfrm>
        </p:spPr>
        <p:txBody>
          <a:bodyPr/>
          <a:lstStyle/>
          <a:p>
            <a:r>
              <a:rPr lang="en-US" b="1" dirty="0">
                <a:solidFill>
                  <a:schemeClr val="accent6"/>
                </a:solidFill>
              </a:rPr>
              <a:t>Review Security Recommendations</a:t>
            </a:r>
            <a:endParaRPr lang="en-US" dirty="0">
              <a:solidFill>
                <a:schemeClr val="accent6"/>
              </a:solidFill>
            </a:endParaRPr>
          </a:p>
        </p:txBody>
      </p:sp>
    </p:spTree>
    <p:extLst>
      <p:ext uri="{BB962C8B-B14F-4D97-AF65-F5344CB8AC3E}">
        <p14:creationId xmlns:p14="http://schemas.microsoft.com/office/powerpoint/2010/main" val="3478866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EFF132-95F9-7C69-3667-E32AF4BB3991}"/>
              </a:ext>
            </a:extLst>
          </p:cNvPr>
          <p:cNvSpPr>
            <a:spLocks noGrp="1"/>
          </p:cNvSpPr>
          <p:nvPr>
            <p:ph type="body" sz="quarter" idx="10"/>
          </p:nvPr>
        </p:nvSpPr>
        <p:spPr/>
        <p:txBody>
          <a:bodyPr/>
          <a:lstStyle/>
          <a:p>
            <a:r>
              <a:rPr lang="en-US" b="1" dirty="0">
                <a:solidFill>
                  <a:srgbClr val="0070F2"/>
                </a:solidFill>
              </a:rPr>
              <a:t>Take Your Deliverables</a:t>
            </a:r>
            <a:endParaRPr lang="en-US" dirty="0">
              <a:solidFill>
                <a:srgbClr val="0070F2"/>
              </a:solidFill>
            </a:endParaRPr>
          </a:p>
          <a:p>
            <a:br>
              <a:rPr lang="en-US" dirty="0">
                <a:solidFill>
                  <a:srgbClr val="0070F2"/>
                </a:solidFill>
              </a:rPr>
            </a:br>
            <a:r>
              <a:rPr lang="en-US" dirty="0">
                <a:solidFill>
                  <a:srgbClr val="0070F2"/>
                </a:solidFill>
              </a:rPr>
              <a:t>Export two reports:</a:t>
            </a:r>
          </a:p>
          <a:p>
            <a:pPr lvl="0"/>
            <a:br>
              <a:rPr lang="en-US" dirty="0">
                <a:solidFill>
                  <a:srgbClr val="0070F2"/>
                </a:solidFill>
              </a:rPr>
            </a:br>
            <a:r>
              <a:rPr lang="en-US" b="1" dirty="0">
                <a:solidFill>
                  <a:srgbClr val="0070F2"/>
                </a:solidFill>
              </a:rPr>
              <a:t>📄 Recommendations (DOCX)</a:t>
            </a:r>
            <a:endParaRPr lang="en-US" dirty="0">
              <a:solidFill>
                <a:srgbClr val="0070F2"/>
              </a:solidFill>
            </a:endParaRPr>
          </a:p>
          <a:p>
            <a:r>
              <a:rPr lang="en-US" dirty="0">
                <a:solidFill>
                  <a:srgbClr val="0070F2"/>
                </a:solidFill>
              </a:rPr>
              <a:t>Detailed findings grouped by priority</a:t>
            </a:r>
          </a:p>
          <a:p>
            <a:r>
              <a:rPr lang="en-US" dirty="0">
                <a:solidFill>
                  <a:srgbClr val="0070F2"/>
                </a:solidFill>
              </a:rPr>
              <a:t>Audience: Security team, IT management</a:t>
            </a:r>
          </a:p>
          <a:p>
            <a:pPr lvl="0"/>
            <a:br>
              <a:rPr lang="en-US" dirty="0">
                <a:solidFill>
                  <a:srgbClr val="0070F2"/>
                </a:solidFill>
              </a:rPr>
            </a:br>
            <a:r>
              <a:rPr lang="en-US" b="1" dirty="0">
                <a:solidFill>
                  <a:srgbClr val="0070F2"/>
                </a:solidFill>
              </a:rPr>
              <a:t>📄 Board Summary (DOCX)</a:t>
            </a:r>
            <a:endParaRPr lang="en-US" dirty="0">
              <a:solidFill>
                <a:srgbClr val="0070F2"/>
              </a:solidFill>
            </a:endParaRPr>
          </a:p>
          <a:p>
            <a:r>
              <a:rPr lang="en-US" dirty="0">
                <a:solidFill>
                  <a:srgbClr val="0070F2"/>
                </a:solidFill>
              </a:rPr>
              <a:t>Executive briefing for non-technical stakeholders</a:t>
            </a:r>
          </a:p>
          <a:p>
            <a:r>
              <a:rPr lang="en-US" dirty="0">
                <a:solidFill>
                  <a:srgbClr val="0070F2"/>
                </a:solidFill>
              </a:rPr>
              <a:t>Audience: C-suite, board members</a:t>
            </a:r>
          </a:p>
          <a:p>
            <a:endParaRPr lang="en-US" dirty="0">
              <a:solidFill>
                <a:srgbClr val="0070F2"/>
              </a:solidFill>
            </a:endParaRPr>
          </a:p>
          <a:p>
            <a:r>
              <a:rPr lang="en-US" b="1" dirty="0">
                <a:solidFill>
                  <a:srgbClr val="0070F2"/>
                </a:solidFill>
              </a:rPr>
              <a:t>💡 These are client-ready deliverables</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8FCB8F8F-A29A-0408-DF36-A6DE5672F4AC}"/>
              </a:ext>
            </a:extLst>
          </p:cNvPr>
          <p:cNvSpPr>
            <a:spLocks noGrp="1"/>
          </p:cNvSpPr>
          <p:nvPr>
            <p:ph type="title"/>
          </p:nvPr>
        </p:nvSpPr>
        <p:spPr>
          <a:xfrm>
            <a:off x="504000" y="504000"/>
            <a:ext cx="11186476" cy="369332"/>
          </a:xfrm>
        </p:spPr>
        <p:txBody>
          <a:bodyPr/>
          <a:lstStyle/>
          <a:p>
            <a:r>
              <a:rPr lang="en-US" b="1" dirty="0">
                <a:solidFill>
                  <a:schemeClr val="accent6"/>
                </a:solidFill>
              </a:rPr>
              <a:t>Export Reports</a:t>
            </a:r>
            <a:endParaRPr lang="en-US" dirty="0">
              <a:solidFill>
                <a:schemeClr val="accent6"/>
              </a:solidFill>
            </a:endParaRPr>
          </a:p>
        </p:txBody>
      </p:sp>
    </p:spTree>
    <p:extLst>
      <p:ext uri="{BB962C8B-B14F-4D97-AF65-F5344CB8AC3E}">
        <p14:creationId xmlns:p14="http://schemas.microsoft.com/office/powerpoint/2010/main" val="2537804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7F9211-C179-8491-3596-92444A308F94}"/>
              </a:ext>
            </a:extLst>
          </p:cNvPr>
          <p:cNvSpPr>
            <a:spLocks noGrp="1"/>
          </p:cNvSpPr>
          <p:nvPr>
            <p:ph type="body" sz="quarter" idx="10"/>
          </p:nvPr>
        </p:nvSpPr>
        <p:spPr/>
        <p:txBody>
          <a:bodyPr/>
          <a:lstStyle/>
          <a:p>
            <a:r>
              <a:rPr lang="en-US" b="1" dirty="0">
                <a:solidFill>
                  <a:srgbClr val="0070F2"/>
                </a:solidFill>
              </a:rPr>
              <a:t>Within 48 hours, we invite you to:</a:t>
            </a:r>
            <a:endParaRPr lang="en-US" dirty="0">
              <a:solidFill>
                <a:srgbClr val="0070F2"/>
              </a:solidFill>
            </a:endParaRPr>
          </a:p>
          <a:p>
            <a:pPr lvl="0"/>
            <a:br>
              <a:rPr lang="en-US" dirty="0">
                <a:solidFill>
                  <a:srgbClr val="0070F2"/>
                </a:solidFill>
              </a:rPr>
            </a:br>
            <a:r>
              <a:rPr lang="en-US" dirty="0">
                <a:solidFill>
                  <a:srgbClr val="0070F2"/>
                </a:solidFill>
              </a:rPr>
              <a:t>✅ Generate ONE exercise for a real/hypothetical company</a:t>
            </a:r>
          </a:p>
          <a:p>
            <a:pPr lvl="0"/>
            <a:r>
              <a:rPr lang="en-US" dirty="0">
                <a:solidFill>
                  <a:srgbClr val="0070F2"/>
                </a:solidFill>
              </a:rPr>
              <a:t>✅ Upload ONE threat intelligence document</a:t>
            </a:r>
          </a:p>
          <a:p>
            <a:r>
              <a:rPr lang="en-US" dirty="0">
                <a:solidFill>
                  <a:srgbClr val="0070F2"/>
                </a:solidFill>
              </a:rPr>
              <a:t>(news article, CERT advisory, vulnerability report)</a:t>
            </a:r>
          </a:p>
          <a:p>
            <a:pPr lvl="0"/>
            <a:r>
              <a:rPr lang="en-US" dirty="0">
                <a:solidFill>
                  <a:srgbClr val="0070F2"/>
                </a:solidFill>
              </a:rPr>
              <a:t>✅ Draft a 1-page service offering</a:t>
            </a:r>
          </a:p>
          <a:p>
            <a:pPr marL="342900" indent="-342900">
              <a:buFont typeface="Wingdings" panose="05000000000000000000" pitchFamily="2" charset="2"/>
              <a:buChar char="§"/>
            </a:pPr>
            <a:r>
              <a:rPr lang="en-US" dirty="0">
                <a:solidFill>
                  <a:srgbClr val="0070F2"/>
                </a:solidFill>
              </a:rPr>
              <a:t>- Pitch to your team or customer</a:t>
            </a:r>
          </a:p>
          <a:p>
            <a:pPr marL="342900" indent="-342900">
              <a:buFont typeface="Wingdings" panose="05000000000000000000" pitchFamily="2" charset="2"/>
              <a:buChar char="§"/>
            </a:pPr>
            <a:r>
              <a:rPr lang="en-US" dirty="0">
                <a:solidFill>
                  <a:srgbClr val="0070F2"/>
                </a:solidFill>
              </a:rPr>
              <a:t>- How would you use this tool?</a:t>
            </a:r>
          </a:p>
          <a:p>
            <a:br>
              <a:rPr lang="en-US" dirty="0">
                <a:solidFill>
                  <a:srgbClr val="0070F2"/>
                </a:solidFill>
              </a:rPr>
            </a:br>
            <a:endParaRPr lang="en-US" dirty="0">
              <a:solidFill>
                <a:srgbClr val="0070F2"/>
              </a:solidFill>
            </a:endParaRPr>
          </a:p>
          <a:p>
            <a:r>
              <a:rPr lang="en-US" b="1" dirty="0">
                <a:solidFill>
                  <a:srgbClr val="0070F2"/>
                </a:solidFill>
              </a:rPr>
              <a:t>💼 We can support you in running the exercise!</a:t>
            </a:r>
            <a:endParaRPr lang="en-US" dirty="0">
              <a:solidFill>
                <a:srgbClr val="0070F2"/>
              </a:solidFill>
            </a:endParaRPr>
          </a:p>
          <a:p>
            <a:endParaRPr lang="en-US" dirty="0"/>
          </a:p>
        </p:txBody>
      </p:sp>
      <p:sp>
        <p:nvSpPr>
          <p:cNvPr id="3" name="Title 2">
            <a:extLst>
              <a:ext uri="{FF2B5EF4-FFF2-40B4-BE49-F238E27FC236}">
                <a16:creationId xmlns:a16="http://schemas.microsoft.com/office/drawing/2014/main" id="{38AEC13A-2D45-DD81-AADB-8D08AC8832A1}"/>
              </a:ext>
            </a:extLst>
          </p:cNvPr>
          <p:cNvSpPr>
            <a:spLocks noGrp="1"/>
          </p:cNvSpPr>
          <p:nvPr>
            <p:ph type="title"/>
          </p:nvPr>
        </p:nvSpPr>
        <p:spPr>
          <a:xfrm>
            <a:off x="504000" y="504000"/>
            <a:ext cx="11186476" cy="369332"/>
          </a:xfrm>
        </p:spPr>
        <p:txBody>
          <a:bodyPr/>
          <a:lstStyle/>
          <a:p>
            <a:r>
              <a:rPr lang="en-US" b="1" dirty="0"/>
              <a:t>Wrap-up &amp; Homework Challenge</a:t>
            </a:r>
            <a:endParaRPr lang="en-US" dirty="0"/>
          </a:p>
        </p:txBody>
      </p:sp>
    </p:spTree>
    <p:extLst>
      <p:ext uri="{BB962C8B-B14F-4D97-AF65-F5344CB8AC3E}">
        <p14:creationId xmlns:p14="http://schemas.microsoft.com/office/powerpoint/2010/main" val="1191975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D86CE-9C53-3309-EBD5-90422EF71C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B22D41C-A0C9-B138-ECB3-D29D9B3584D5}"/>
              </a:ext>
            </a:extLst>
          </p:cNvPr>
          <p:cNvSpPr>
            <a:spLocks noGrp="1"/>
          </p:cNvSpPr>
          <p:nvPr>
            <p:ph type="ctrTitle"/>
          </p:nvPr>
        </p:nvSpPr>
        <p:spPr/>
        <p:txBody>
          <a:bodyPr/>
          <a:lstStyle/>
          <a:p>
            <a:r>
              <a:rPr lang="en-US" noProof="1"/>
              <a:t>Homeworks and Follow-up</a:t>
            </a:r>
          </a:p>
        </p:txBody>
      </p:sp>
    </p:spTree>
    <p:extLst>
      <p:ext uri="{BB962C8B-B14F-4D97-AF65-F5344CB8AC3E}">
        <p14:creationId xmlns:p14="http://schemas.microsoft.com/office/powerpoint/2010/main" val="2485767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586769-CB9D-329B-4A8A-391C81AEA1BC}"/>
              </a:ext>
            </a:extLst>
          </p:cNvPr>
          <p:cNvSpPr>
            <a:spLocks noGrp="1"/>
          </p:cNvSpPr>
          <p:nvPr>
            <p:ph type="body" sz="quarter" idx="10"/>
          </p:nvPr>
        </p:nvSpPr>
        <p:spPr/>
        <p:txBody>
          <a:bodyPr/>
          <a:lstStyle/>
          <a:p>
            <a:r>
              <a:rPr lang="en-US" b="1" dirty="0">
                <a:solidFill>
                  <a:srgbClr val="0070F2"/>
                </a:solidFill>
              </a:rPr>
              <a:t>Workshop Facilitator:</a:t>
            </a:r>
            <a:endParaRPr lang="en-US" dirty="0">
              <a:solidFill>
                <a:srgbClr val="0070F2"/>
              </a:solidFill>
            </a:endParaRPr>
          </a:p>
          <a:p>
            <a:r>
              <a:rPr lang="en-US" dirty="0">
                <a:solidFill>
                  <a:srgbClr val="0070F2"/>
                </a:solidFill>
              </a:rPr>
              <a:t>Slim Trabelsi · </a:t>
            </a:r>
            <a:r>
              <a:rPr lang="en-US" dirty="0">
                <a:solidFill>
                  <a:srgbClr val="0070F2"/>
                </a:solidFill>
                <a:hlinkClick r:id="rId2"/>
              </a:rPr>
              <a:t>slim.trabelsi@sap.com</a:t>
            </a:r>
            <a:endParaRPr lang="en-US" dirty="0">
              <a:solidFill>
                <a:srgbClr val="0070F2"/>
              </a:solidFill>
            </a:endParaRPr>
          </a:p>
          <a:p>
            <a:endParaRPr lang="en-US" dirty="0">
              <a:solidFill>
                <a:srgbClr val="0070F2"/>
              </a:solidFill>
            </a:endParaRPr>
          </a:p>
          <a:p>
            <a:r>
              <a:rPr lang="en-US" b="1" dirty="0">
                <a:solidFill>
                  <a:srgbClr val="0070F2"/>
                </a:solidFill>
              </a:rPr>
              <a:t>Technical Issues:</a:t>
            </a:r>
            <a:endParaRPr lang="en-US" dirty="0">
              <a:solidFill>
                <a:srgbClr val="0070F2"/>
              </a:solidFill>
            </a:endParaRPr>
          </a:p>
          <a:p>
            <a:r>
              <a:rPr lang="en-US" dirty="0">
                <a:solidFill>
                  <a:srgbClr val="0070F2"/>
                </a:solidFill>
              </a:rPr>
              <a:t>Open an issue in the GitHub repository</a:t>
            </a:r>
          </a:p>
          <a:p>
            <a:endParaRPr lang="en-US" dirty="0">
              <a:solidFill>
                <a:srgbClr val="0070F2"/>
              </a:solidFill>
            </a:endParaRPr>
          </a:p>
          <a:p>
            <a:r>
              <a:rPr lang="en-US" b="1" dirty="0">
                <a:solidFill>
                  <a:srgbClr val="0070F2"/>
                </a:solidFill>
              </a:rPr>
              <a:t>SAP Security Questions:</a:t>
            </a:r>
            <a:endParaRPr lang="en-US" dirty="0">
              <a:solidFill>
                <a:srgbClr val="0070F2"/>
              </a:solidFill>
            </a:endParaRPr>
          </a:p>
          <a:p>
            <a:r>
              <a:rPr lang="en-US" dirty="0">
                <a:solidFill>
                  <a:srgbClr val="0070F2"/>
                </a:solidFill>
              </a:rPr>
              <a:t>SAP Trust Center: https://www.sap.com/about/trust-center.html</a:t>
            </a:r>
          </a:p>
          <a:p>
            <a:endParaRPr lang="en-US" dirty="0">
              <a:solidFill>
                <a:srgbClr val="0070F2"/>
              </a:solidFill>
            </a:endParaRPr>
          </a:p>
          <a:p>
            <a:r>
              <a:rPr lang="en-US" b="1" dirty="0">
                <a:solidFill>
                  <a:srgbClr val="0070F2"/>
                </a:solidFill>
              </a:rPr>
              <a:t>SAP AI Core Documentation:</a:t>
            </a:r>
            <a:endParaRPr lang="en-US" dirty="0">
              <a:solidFill>
                <a:srgbClr val="0070F2"/>
              </a:solidFill>
            </a:endParaRPr>
          </a:p>
          <a:p>
            <a:r>
              <a:rPr lang="en-US" dirty="0">
                <a:solidFill>
                  <a:srgbClr val="0070F2"/>
                </a:solidFill>
              </a:rPr>
              <a:t>SAP Help Portal — AI Core:  https://help.sap.com/docs/sap-ai-core</a:t>
            </a:r>
          </a:p>
          <a:p>
            <a:endParaRPr lang="en-US" dirty="0"/>
          </a:p>
        </p:txBody>
      </p:sp>
      <p:sp>
        <p:nvSpPr>
          <p:cNvPr id="3" name="Title 2">
            <a:extLst>
              <a:ext uri="{FF2B5EF4-FFF2-40B4-BE49-F238E27FC236}">
                <a16:creationId xmlns:a16="http://schemas.microsoft.com/office/drawing/2014/main" id="{52CC648A-30E9-6B11-D48B-2F984B77B0AC}"/>
              </a:ext>
            </a:extLst>
          </p:cNvPr>
          <p:cNvSpPr>
            <a:spLocks noGrp="1"/>
          </p:cNvSpPr>
          <p:nvPr>
            <p:ph type="title"/>
          </p:nvPr>
        </p:nvSpPr>
        <p:spPr>
          <a:xfrm>
            <a:off x="504000" y="504000"/>
            <a:ext cx="11186476" cy="369332"/>
          </a:xfrm>
        </p:spPr>
        <p:txBody>
          <a:bodyPr/>
          <a:lstStyle/>
          <a:p>
            <a:r>
              <a:rPr lang="en-US" b="1" dirty="0">
                <a:solidFill>
                  <a:schemeClr val="accent6"/>
                </a:solidFill>
              </a:rPr>
              <a:t>Questions &amp; Support</a:t>
            </a:r>
            <a:endParaRPr lang="en-US" dirty="0">
              <a:solidFill>
                <a:schemeClr val="accent6"/>
              </a:solidFill>
            </a:endParaRPr>
          </a:p>
        </p:txBody>
      </p:sp>
    </p:spTree>
    <p:extLst>
      <p:ext uri="{BB962C8B-B14F-4D97-AF65-F5344CB8AC3E}">
        <p14:creationId xmlns:p14="http://schemas.microsoft.com/office/powerpoint/2010/main" val="2602846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80640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106242_PPT_Template_SAP_TechEd_2026_public.potx" id="{30C19AB1-DA7F-4ACC-84E6-A0C9FB423120}" vid="{B9546DA9-DD9C-4EB9-B5BC-4431985CEAD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TemplateConfiguration><![CDATA[{"slideVersion":3,"isValidatorEnabled":false,"isLocked":false,"elementsMetadata":[],"slideId":"1328131217384275974","enableDocumentContentUpdater":false,"version":"2.0"}]]></TemplafySlideTemplateConfiguration>
</file>

<file path=customXml/item2.xml><?xml version="1.0" encoding="utf-8"?>
<p:properties xmlns:p="http://schemas.microsoft.com/office/2006/metadata/properties" xmlns:xsi="http://www.w3.org/2001/XMLSchema-instance" xmlns:pc="http://schemas.microsoft.com/office/infopath/2007/PartnerControls">
  <documentManagement>
    <Contents xmlns="e04054ec-1ed4-4285-8c8c-94e226392eff" xsi:nil="true"/>
  </documentManagement>
</p:properties>
</file>

<file path=customXml/item3.xml><?xml version="1.0" encoding="utf-8"?>
<TemplafySlideTemplateConfiguration><![CDATA[{"slideVersion":3,"isValidatorEnabled":false,"isLocked":false,"elementsMetadata":[],"slideId":"1328131217384275986","enableDocumentContentUpdater":false,"version":"2.0"}]]></TemplafySlideTemplateConfiguration>
</file>

<file path=customXml/item4.xml><?xml version="1.0" encoding="utf-8"?>
<TemplafySlideTemplateConfiguration><![CDATA[{"slideVersion":3,"isValidatorEnabled":false,"isLocked":false,"elementsMetadata":[],"slideId":"1328131217384275985","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FormConfiguration><![CDATA[{"formFields":[{"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TemplafySlideFormConfiguration>
</file>

<file path=customXml/item10.xml><?xml version="1.0" encoding="utf-8"?>
<ct:contentTypeSchema xmlns:ct="http://schemas.microsoft.com/office/2006/metadata/contentType" xmlns:ma="http://schemas.microsoft.com/office/2006/metadata/properties/metaAttributes" ct:_="" ma:_="" ma:contentTypeName="Document" ma:contentTypeID="0x01010033DB854BE305DB4C957C49B2472BEADE" ma:contentTypeVersion="10" ma:contentTypeDescription="Create a new document." ma:contentTypeScope="" ma:versionID="d6f545ecb6d0db5ac636b3e5d1337b60">
  <xsd:schema xmlns:xsd="http://www.w3.org/2001/XMLSchema" xmlns:xs="http://www.w3.org/2001/XMLSchema" xmlns:p="http://schemas.microsoft.com/office/2006/metadata/properties" xmlns:ns2="e04054ec-1ed4-4285-8c8c-94e226392eff" targetNamespace="http://schemas.microsoft.com/office/2006/metadata/properties" ma:root="true" ma:fieldsID="f3f6da5173e2ee352540290fdf1086a1" ns2:_="">
    <xsd:import namespace="e04054ec-1ed4-4285-8c8c-94e226392eff"/>
    <xsd:element name="properties">
      <xsd:complexType>
        <xsd:sequence>
          <xsd:element name="documentManagement">
            <xsd:complexType>
              <xsd:all>
                <xsd:element ref="ns2:Contents"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4054ec-1ed4-4285-8c8c-94e226392eff" elementFormDefault="qualified">
    <xsd:import namespace="http://schemas.microsoft.com/office/2006/documentManagement/types"/>
    <xsd:import namespace="http://schemas.microsoft.com/office/infopath/2007/PartnerControls"/>
    <xsd:element name="Contents" ma:index="8" nillable="true" ma:displayName="Contents" ma:format="Dropdown" ma:internalName="Contents">
      <xsd:simpleType>
        <xsd:restriction base="dms:Note">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1.xml><?xml version="1.0" encoding="utf-8"?>
<TemplafySlideTemplateConfiguration><![CDATA[{"slideVersion":3,"isValidatorEnabled":false,"isLocked":false,"elementsMetadata":[],"slideId":"1328131217384275973","enableDocumentContentUpdater":false,"version":"2.0"}]]></TemplafySlideTemplateConfiguration>
</file>

<file path=customXml/item12.xml><?xml version="1.0" encoding="utf-8"?>
<TemplafySlideTemplateConfiguration><![CDATA[{"slideVersion":9,"isValidatorEnabled":false,"isLocked":false,"elementsMetadata":[],"slideId":"638331234102899225","enableDocumentContentUpdater":false,"version":"2.0"}]]></TemplafySlideTemplateConfiguration>
</file>

<file path=customXml/item13.xml><?xml version="1.0" encoding="utf-8"?>
<TemplafySlideTemplateConfiguration><![CDATA[{"slideVersion":9,"isValidatorEnabled":false,"isLocked":false,"elementsMetadata":[],"slideId":"638331234102899225","enableDocumentContentUpdater":false,"version":"2.0"}]]></TemplafySlideTemplateConfiguration>
</file>

<file path=customXml/item14.xml><?xml version="1.0" encoding="utf-8"?>
<TemplafySlideTemplateConfiguration><![CDATA[{"slideVersion":3,"isValidatorEnabled":false,"isLocked":false,"elementsMetadata":[{"type":"shape","elementConfiguration":{"binding":"{{Form.SpeakerName}}","visibility":"","type":"text","disableUpdates":false,"renderAsMarkdown":false}},{"type":"shape","elementConfiguration":{"binding":"{{Form.Position}}\n{{Form.Address}}\n{{Form.City}} \n{{Form.Email}}","visibility":"","type":"text","disableUpdates":false,"renderAsMarkdown":false}}],"slideId":"1328131217384275984","enableDocumentContentUpdater":false,"version":"2.0"}]]></TemplafySlideTemplateConfiguration>
</file>

<file path=customXml/item15.xml><?xml version="1.0" encoding="utf-8"?>
<?mso-contentType ?>
<FormTemplates xmlns="http://schemas.microsoft.com/sharepoint/v3/contenttype/forms">
  <Display>DocumentLibraryForm</Display>
  <Edit>DocumentLibraryForm</Edit>
  <New>DocumentLibraryForm</New>
</FormTemplates>
</file>

<file path=customXml/item16.xml><?xml version="1.0" encoding="utf-8"?>
<TemplafyTemplateConfiguration><![CDATA[{"elementsMetadata":[{"type":"shape","id":"ac503453-961c-454e-a265-acc820b54c40","elementConfiguration":{"inheritDimensions":"{{InheritDimensions.InheritNone}}","width":"","height":"1 cm","image":"{{Form.SAPLogo.SubbrandWhite}}","visibility":"","type":"image","disableUpdates":false}},{"type":"shape","id":"1cf9044e-8f82-4d5c-ab78-a92a55d758fe","elementConfiguration":{"inheritDimensions":"{{InheritDimensions.InheritNone}}","width":"","height":"1 cm","image":"{{Form.SAPLogo.SubbrandWhite}}","visibility":"","type":"image","disableUpdates":false}},{"type":"shape","id":"8031e150-e28c-48f5-bc23-d95cac3a2902","elementConfiguration":{"inheritDimensions":"{{InheritDimensions.InheritNone}}","width":"","height":"1 cm","image":"{{Form.SAPLogo.SubbrandBlue}}","visibility":"","type":"image","disableUpdates":false}},{"type":"shape","id":"357ff70f-1de5-4d51-aad2-51c0cf9b5611","elementConfiguration":{"inheritDimensions":"{{InheritDimensions.InheritNone}}","width":"","height":"1 cm","image":"{{Form.SAPLogo.SubbrandBlue}}","visibility":"","type":"image","disableUpdates":false}},{"type":"shape","id":"3072eac8-f615-4573-af48-f8bf691d6b9e","elementConfiguration":{"inheritDimensions":"{{InheritDimensions.InheritNone}}","width":"","height":"1 cm","image":"{{Form.SAPLogo.SubbrandBlack}}","visibility":"","type":"image","disableUpdates":false}},{"type":"shape","id":"f6b63be9-146f-4355-b4ef-6e3d37222459","elementConfiguration":{"inheritDimensions":"{{InheritDimensions.InheritNone}}","width":"","height":"1 cm","image":"{{Form.SAPLogo.SubbrandWhite}}","visibility":"","type":"image","disableUpdates":false}},{"type":"shape","id":"12118f0b-7745-4ea5-85c3-1b3b6bda4036","elementConfiguration":{"inheritDimensions":"{{InheritDimensions.InheritNone}}","width":"","height":"1 cm","image":"{{Form.SAPLogo.SubbrandBlue}}","visibility":"","type":"image","disableUpdates":false}},{"type":"shape","id":"6d5d147f-96be-424e-b54a-e907ed10c5df","elementConfiguration":{"inheritDimensions":"{{InheritDimensions.InheritNone}}","width":"","height":"1 cm","image":"{{Form.SAPLogo.SubbrandWhite}}","visibility":"","type":"image","disableUpdates":false}},{"type":"shape","id":"b40c0a34-001f-4cc8-810a-ebf1d48ddb8c","elementConfiguration":{"inheritDimensions":"{{InheritDimensions.InheritNone}}","width":"","height":"1 cm","image":"{{Form.SAPLogo.SubbrandWhite}}","visibility":"","type":"image","disableUpdates":false}},{"type":"shape","id":"206ae7fd-1375-41f0-b48b-3fc15a29814a","elementConfiguration":{"inheritDimensions":"{{InheritDimensions.InheritNone}}","width":"","height":"1 cm","image":"{{Form.SAPLogo.SubbrandBlack}}","visibility":"","type":"image","disableUpdates":false}},{"type":"shape","id":"031deffc-9edd-4fe1-83f3-0f1f73dcf271","elementConfiguration":{"inheritDimensions":"{{InheritDimensions.InheritNone}}","width":"","height":"1 cm","image":"{{Form.SAPLogo.SubbrandWhite}}","visibility":"","type":"image","disableUpdates":false}},{"type":"shape","id":"89d1f4dd-6a63-4473-8ce3-1481fdb46ccc","elementConfiguration":{"inheritDimensions":"{{InheritDimensions.InheritNone}}","width":"","height":"1 cm","image":"{{Form.SAPLogo.SubbrandBlue}}","visibility":"","type":"image","disableUpdates":false}},{"type":"shape","id":"f2f0d456-09a2-4d34-bcfc-b21343af3ff7","elementConfiguration":{"inheritDimensions":"{{InheritDimensions.InheritNone}}","width":"","height":"1 cm","image":"{{Form.SAPLogo.SubbrandBlack}}","visibility":"","type":"image","disableUpdates":false}},{"type":"shape","id":"7f2d7a43-4808-4134-a166-f24dfb88d30b","elementConfiguration":{"inheritDimensions":"{{InheritDimensions.InheritNone}}","width":"","height":"1 cm","image":"{{Form.SAPLogo.SubbrandBlue}}","visibility":"","type":"image","disableUpdates":false}},{"type":"shape","id":"13eca31f-2a44-4c6a-9a55-c2072cea1787","elementConfiguration":{"binding":"{{StringJoin(\", \", Form.SpeakerName,\"SAP\")}}","visibility":"","type":"text","disableUpdates":false,"renderAsMarkdown":false}},{"type":"shape","id":"7ab1e498-28f2-40e5-ad60-841aaaef527a","elementConfiguration":{"binding":"{{FormatDateTime(Form.Date,\"MMMM dd, yyyy\",\"en-US\")}}","visibility":"","type":"text","disableUpdates":false,"renderAsMarkdown":false}},{"type":"shape","id":"7943004a-110b-43f5-94a5-62a19d81b9fa","elementConfiguration":{"binding":"{{Form.SpeakerName}}","visibility":"","type":"text","disableUpdates":false,"renderAsMarkdown":false}},{"type":"shape","id":"90d1cd6e-26f4-46ba-ba31-fa49bdddf9df","elementConfiguration":{"binding":"{{Form.Position}}\n{{Form.Address}}\n{{Form.City}} \n{{Form.Email}}","visibility":"","type":"text","disableUpdates":false,"renderAsMarkdown":false}},{"type":"shape","id":"2887f854-7cf1-46b3-a100-cf982aae99a5","elementConfiguration":{"binding":"{{StringJoin(\", \", Form.SpeakerName,\"SAP\")}}","visibility":"","type":"text","disableUpdates":false,"renderAsMarkdown":false}},{"type":"shape","id":"b6f542c5-3834-451b-a281-2121cac5132a","elementConfiguration":{"binding":"{{FormatDateTime(Form.Date,\"MMMM dd, yyyy\",\"en-US\")}}","visibility":"","type":"text","disableUpdates":false,"renderAsMarkdown":false}},{"type":"shape","id":"abd1b381-9a30-44bf-ac22-103b28c5edcc","elementConfiguration":{"binding":"{{StringJoin(\", \", Form.SpeakerName,\"SAP\")}}","visibility":"","type":"text","disableUpdates":false,"renderAsMarkdown":false}},{"type":"shape","id":"41a42eb8-1d53-4f94-b875-8ba9fe7e18b7","elementConfiguration":{"binding":"{{FormatDateTime(Form.Date,\"MMMM dd, yyyy\",\"en-US\")}}","visibility":"","type":"text","disableUpdates":false,"renderAsMarkdown":false}},{"type":"shape","id":"070432c1-3aeb-48f1-93d2-d434891fff5a","elementConfiguration":{"binding":"{{StringJoin(\", \", Form.SpeakerName,\"SAP\")}}","visibility":"","type":"text","disableUpdates":false,"renderAsMarkdown":false}},{"type":"shape","id":"9d9224ff-bbdc-4a3e-a31c-6fcbb18846c9","elementConfiguration":{"binding":"{{FormatDateTime(Form.Date,\"MMMM dd, yyyy\",\"en-US\")}}","visibility":"","type":"text","disableUpdates":false,"renderAsMarkdown":false}}],"transformationConfigurations":[],"templateName":"SAP Corp","templateDescription":"","enableDocumentContentUpdater":true,"version":"2.0"}]]></TemplafyTemplateConfiguration>
</file>

<file path=customXml/item17.xml><?xml version="1.0" encoding="utf-8"?>
<TemplafySlideFormConfiguration><![CDATA[{"formFields":[],"formDataEntries":[]}]]></TemplafySlideFormConfiguration>
</file>

<file path=customXml/item18.xml><?xml version="1.0" encoding="utf-8"?>
<Templafy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helpTexts":{},"spacing":{},"type":"instructions","name":"Following_information_will_appear_on_the_Thank_You_slide","label":"Following information will appear on the Thank You slide:"},{"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name":"SAPLogo","value":"pxB0tb4qiCEYCgGk2fAV86fXsKRk9ZMKiRC3VaLJ5C8="},{"name":"SpeakerName","value":"YnPwfaWtJd9yqRikMcavEg=="},{"name":"Date","value":"u7dVzEP5xrCymksMpLsL/Q=="},{"name":"Position","value":"hYE270aCl4QYJbxjf8yhcg=="},{"name":"Address","value":"J74SXewwIr7FPA+NOqR3Bw=="},{"name":"City","value":"0MNcblTGsky7bw1+X2Efyg=="},{"name":"Email","value":"v35+JSpO6F5yjM5PrFdVwQ=="}]}]]></TemplafyForm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7CE852FA-A08C-42DD-AE0D-B4ACD5BB86CC}">
  <ds:schemaRefs/>
</ds:datastoreItem>
</file>

<file path=customXml/itemProps2.xml><?xml version="1.0" encoding="utf-8"?>
<ds:datastoreItem xmlns:ds="http://schemas.openxmlformats.org/officeDocument/2006/customXml" ds:itemID="{C1422F45-04DB-421D-8796-270006657806}">
  <ds:schemaRef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c6ac5ec3-bac5-4275-866e-43e75c41036e"/>
    <ds:schemaRef ds:uri="http://www.w3.org/XML/1998/namespace"/>
    <ds:schemaRef ds:uri="http://purl.org/dc/dcmitype/"/>
    <ds:schemaRef ds:uri="c4b6f2ff-68b1-46de-9bce-6fa460fc6320"/>
    <ds:schemaRef ds:uri="http://schemas.microsoft.com/office/2006/metadata/properties"/>
    <ds:schemaRef ds:uri="http://purl.org/dc/terms/"/>
    <ds:schemaRef ds:uri="e04054ec-1ed4-4285-8c8c-94e226392eff"/>
  </ds:schemaRefs>
</ds:datastoreItem>
</file>

<file path=customXml/itemProps3.xml><?xml version="1.0" encoding="utf-8"?>
<ds:datastoreItem xmlns:ds="http://schemas.openxmlformats.org/officeDocument/2006/customXml" ds:itemID="{2E9C140C-7F7C-4BAD-BCD9-F2636157DE78}">
  <ds:schemaRefs/>
</ds:datastoreItem>
</file>

<file path=customXml/itemProps4.xml><?xml version="1.0" encoding="utf-8"?>
<ds:datastoreItem xmlns:ds="http://schemas.openxmlformats.org/officeDocument/2006/customXml" ds:itemID="{340F98CC-F8FA-4257-87D3-FCE825196D17}">
  <ds:schemaRefs/>
</ds:datastoreItem>
</file>

<file path=customXml/itemProps5.xml><?xml version="1.0" encoding="utf-8"?>
<ds:datastoreItem xmlns:ds="http://schemas.openxmlformats.org/officeDocument/2006/customXml" ds:itemID="{7191A31C-0001-4F47-9681-3BF2CDE82779}">
  <ds:schemaRefs/>
</ds:datastoreItem>
</file>

<file path=customXml/itemProps6.xml><?xml version="1.0" encoding="utf-8"?>
<ds:datastoreItem xmlns:ds="http://schemas.openxmlformats.org/officeDocument/2006/customXml" ds:itemID="{1DF57CE4-1364-6D4B-85AD-5F8466EBEDE4}">
  <ds:schemaRefs/>
</ds:datastoreItem>
</file>

<file path=customXml/itemProps7.xml><?xml version="1.0" encoding="utf-8"?>
<ds:datastoreItem xmlns:ds="http://schemas.openxmlformats.org/officeDocument/2006/customXml" ds:itemID="{2619A3F2-6BB2-4CAE-88B7-CFA577527EBA}">
  <ds:schemaRefs/>
</ds:datastoreItem>
</file>

<file path=customXml/itemProps8.xml><?xml version="1.0" encoding="utf-8"?>
<ds:datastoreItem xmlns:ds="http://schemas.openxmlformats.org/officeDocument/2006/customXml" ds:itemID="{E401AD5E-0345-3841-9A80-CC515C24B561}">
  <ds:schemaRefs/>
</ds:datastoreItem>
</file>

<file path=customXml/itemProps9.xml><?xml version="1.0" encoding="utf-8"?>
<ds:datastoreItem xmlns:ds="http://schemas.openxmlformats.org/officeDocument/2006/customXml" ds:itemID="{9F687104-044A-49FD-BBC2-8EEC24DE651C}">
  <ds:schemaRefs/>
</ds:datastoreItem>
</file>

<file path=customXml/itemProps10.xml><?xml version="1.0" encoding="utf-8"?>
<ds:datastoreItem xmlns:ds="http://schemas.openxmlformats.org/officeDocument/2006/customXml" ds:itemID="{2BD2C18E-769C-4084-8551-3668B0C085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4054ec-1ed4-4285-8c8c-94e226392e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1.xml><?xml version="1.0" encoding="utf-8"?>
<ds:datastoreItem xmlns:ds="http://schemas.openxmlformats.org/officeDocument/2006/customXml" ds:itemID="{2EBA1259-1672-4DD3-BA35-A6EAF5A9B084}">
  <ds:schemaRefs/>
</ds:datastoreItem>
</file>

<file path=customXml/itemProps12.xml><?xml version="1.0" encoding="utf-8"?>
<ds:datastoreItem xmlns:ds="http://schemas.openxmlformats.org/officeDocument/2006/customXml" ds:itemID="{08F5F941-6E88-5F40-9BCA-A159B8E67677}">
  <ds:schemaRefs/>
</ds:datastoreItem>
</file>

<file path=customXml/itemProps13.xml><?xml version="1.0" encoding="utf-8"?>
<ds:datastoreItem xmlns:ds="http://schemas.openxmlformats.org/officeDocument/2006/customXml" ds:itemID="{ADE5B4D4-E351-444E-B177-D4608A942F0A}">
  <ds:schemaRefs/>
</ds:datastoreItem>
</file>

<file path=customXml/itemProps14.xml><?xml version="1.0" encoding="utf-8"?>
<ds:datastoreItem xmlns:ds="http://schemas.openxmlformats.org/officeDocument/2006/customXml" ds:itemID="{8DB0A96E-6777-4404-88E8-A679525071C5}">
  <ds:schemaRefs/>
</ds:datastoreItem>
</file>

<file path=customXml/itemProps15.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16.xml><?xml version="1.0" encoding="utf-8"?>
<ds:datastoreItem xmlns:ds="http://schemas.openxmlformats.org/officeDocument/2006/customXml" ds:itemID="{626BBCBB-1894-4E66-BA48-9E91CE3ACBA0}">
  <ds:schemaRefs/>
</ds:datastoreItem>
</file>

<file path=customXml/itemProps17.xml><?xml version="1.0" encoding="utf-8"?>
<ds:datastoreItem xmlns:ds="http://schemas.openxmlformats.org/officeDocument/2006/customXml" ds:itemID="{54FE47D6-A0B5-433B-A8EF-42136D6623C1}">
  <ds:schemaRefs/>
</ds:datastoreItem>
</file>

<file path=customXml/itemProps18.xml><?xml version="1.0" encoding="utf-8"?>
<ds:datastoreItem xmlns:ds="http://schemas.openxmlformats.org/officeDocument/2006/customXml" ds:itemID="{CC49FFC8-2FF3-4057-96F0-3BCD1A4F0351}">
  <ds:schemaRefs/>
</ds:datastoreItem>
</file>

<file path=customXml/itemProps19.xml><?xml version="1.0" encoding="utf-8"?>
<ds:datastoreItem xmlns:ds="http://schemas.openxmlformats.org/officeDocument/2006/customXml" ds:itemID="{262F285F-827C-4183-96DE-8531462DE52A}">
  <ds:schemaRefs/>
</ds:datastoreItem>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emplate>PUBLIC_PPT Template_TechEd 2026</Template>
  <TotalTime>61</TotalTime>
  <Words>1286</Words>
  <Application>Microsoft Office PowerPoint</Application>
  <PresentationFormat>Custom</PresentationFormat>
  <Paragraphs>225</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72 Brand</vt:lpstr>
      <vt:lpstr>Wingdings</vt:lpstr>
      <vt:lpstr>72 Brand Medium</vt:lpstr>
      <vt:lpstr>Wingdings</vt:lpstr>
      <vt:lpstr>Arial</vt:lpstr>
      <vt:lpstr>Symbol</vt:lpstr>
      <vt:lpstr>SAP Template</vt:lpstr>
      <vt:lpstr>XP160 - Enhancing cyber resilience through AI-enabled tabletop exercises</vt:lpstr>
      <vt:lpstr>Title goes here and here and here</vt:lpstr>
      <vt:lpstr>Disclaimer The tool shown here is not a product but just a prototype to introduce a new concept and a new methodology </vt:lpstr>
      <vt:lpstr>Agenda</vt:lpstr>
      <vt:lpstr>  You are the Security Incident Responder  Your client just received a CERT advisory: their industry is under active attack. They need an incident response exercise and they need it today, not in three weeks.  In this workshop, you'll learn how to deliver exactly that. As a security consultant using TTXGenAI, you'll transform real threat intelligence into a customized tabletop exercise in minutes. You'll generate AI-powered scenario injects, guide your client through high-pressure decision points, and walk away with board-ready documentation all powered by SAP AI Core.  From threat intel to client deliverable in under an hour. Welcome to the future of incident response training. </vt:lpstr>
      <vt:lpstr>PowerPoint Presentation</vt:lpstr>
      <vt:lpstr>PowerPoint Presentation</vt:lpstr>
      <vt:lpstr>What is a Tabletop Exercise?</vt:lpstr>
      <vt:lpstr>Learning Objectives</vt:lpstr>
      <vt:lpstr>The NorthernStorm Campaign </vt:lpstr>
      <vt:lpstr> Pre-Session Setup - Overview</vt:lpstr>
      <vt:lpstr>Demo – How to Access the Tool</vt:lpstr>
      <vt:lpstr>Generate the Excercise</vt:lpstr>
      <vt:lpstr>Generate Exercise — Step 1</vt:lpstr>
      <vt:lpstr>Generate Exercise — Step 2</vt:lpstr>
      <vt:lpstr>Generate Exercise — Step 3</vt:lpstr>
      <vt:lpstr>Generate Exercise — Step 3</vt:lpstr>
      <vt:lpstr>Generate Exercise — Step 5</vt:lpstr>
      <vt:lpstr>Generate Exercise — Step 6</vt:lpstr>
      <vt:lpstr>Generate Exercise — Step 7</vt:lpstr>
      <vt:lpstr>Generate Exercise — Step 8</vt:lpstr>
      <vt:lpstr>Evaluate &amp; Report</vt:lpstr>
      <vt:lpstr>Evaluate — Inject 1</vt:lpstr>
      <vt:lpstr>Evaluate — Inject 2</vt:lpstr>
      <vt:lpstr>Generate Security Report</vt:lpstr>
      <vt:lpstr>Review Security Recommendations</vt:lpstr>
      <vt:lpstr>Export Reports</vt:lpstr>
      <vt:lpstr>Wrap-up &amp; Homework Challenge</vt:lpstr>
      <vt:lpstr>Homeworks and Follow-up</vt:lpstr>
      <vt:lpstr>Questions &amp; Support</vt:lpstr>
      <vt:lpstr>PowerPoint Presentation</vt:lpstr>
    </vt:vector>
  </TitlesOfParts>
  <Manager/>
  <Company>SAP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TRABELSI, Slim</dc:creator>
  <dc:description/>
  <cp:lastModifiedBy>TRABELSI, Slim</cp:lastModifiedBy>
  <cp:revision>1</cp:revision>
  <dcterms:created xsi:type="dcterms:W3CDTF">2026-10-12T08:05:08Z</dcterms:created>
  <dcterms:modified xsi:type="dcterms:W3CDTF">2026-10-13T14:33:37Z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0x01010033DB854BE305DB4C957C49B2472BEADE</vt:lpwstr>
  </property>
  <property fmtid="{D5CDD505-2E9C-101B-9397-08002B2CF9AE}" pid="4" name="Created by">
    <vt:lpwstr>omnidocs.com</vt:lpwstr>
  </property>
  <property fmtid="{D5CDD505-2E9C-101B-9397-08002B2CF9AE}" pid="5" name="ClassificationContentMarkingFooterLocations">
    <vt:lpwstr>SAP Template:12</vt:lpwstr>
  </property>
  <property fmtid="{D5CDD505-2E9C-101B-9397-08002B2CF9AE}" pid="6" name="ClassificationContentMarkingFooterText">
    <vt:lpwstr>                 INTERNAL ‒ SAP and External Parties under NDA Only</vt:lpwstr>
  </property>
  <property fmtid="{D5CDD505-2E9C-101B-9397-08002B2CF9AE}" pid="7" name="TemplafyTimeStamp">
    <vt:lpwstr>2025-12-14T08:56:23</vt:lpwstr>
  </property>
  <property fmtid="{D5CDD505-2E9C-101B-9397-08002B2CF9AE}" pid="8" name="TemplafyTenantId">
    <vt:lpwstr>sap</vt:lpwstr>
  </property>
  <property fmtid="{D5CDD505-2E9C-101B-9397-08002B2CF9AE}" pid="9" name="TemplafyTemplateId">
    <vt:lpwstr>1328131190817294516</vt:lpwstr>
  </property>
  <property fmtid="{D5CDD505-2E9C-101B-9397-08002B2CF9AE}" pid="10" name="TemplafyUserProfileId">
    <vt:lpwstr>637710449012726268</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